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5"/>
  </p:notesMasterIdLst>
  <p:sldIdLst>
    <p:sldId id="256" r:id="rId2"/>
    <p:sldId id="296" r:id="rId3"/>
    <p:sldId id="306" r:id="rId4"/>
    <p:sldId id="307" r:id="rId5"/>
    <p:sldId id="303" r:id="rId6"/>
    <p:sldId id="308" r:id="rId7"/>
    <p:sldId id="311" r:id="rId8"/>
    <p:sldId id="330" r:id="rId9"/>
    <p:sldId id="334" r:id="rId10"/>
    <p:sldId id="335" r:id="rId11"/>
    <p:sldId id="336" r:id="rId12"/>
    <p:sldId id="337" r:id="rId13"/>
    <p:sldId id="332" r:id="rId14"/>
  </p:sldIdLst>
  <p:sldSz cx="9144000" cy="5143500" type="screen16x9"/>
  <p:notesSz cx="6858000" cy="9144000"/>
  <p:embeddedFontLst>
    <p:embeddedFont>
      <p:font typeface="Asap Medium" panose="020B060402020202020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CB94F7-C867-4290-B98E-87C964E5A370}">
  <a:tblStyle styleId="{D2CB94F7-C867-4290-B98E-87C964E5A3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E2F192F-9B2D-4797-98B5-CBB3795085C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11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54823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1e27ed74ae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1e27ed74ae3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055AE0F6-65D6-6B23-9203-FDF50C686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B115693D-61E6-9F12-039E-8AA44A972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7B5296FE-25F2-0BE6-153C-8C93518FAB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8403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D11FFF9C-8619-C5C4-6C46-4161366E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64D07BC2-AA34-0D2B-855D-2C30EA78E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71138683-CE7A-28A9-7717-87E8AD222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122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D0A50CEF-AEEA-F3A9-02BC-CEE4B942F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C8C39F51-D512-3E16-37C3-E0E7459A9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A712D61B-636B-581B-2F88-942EB29FE9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966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E1955BCB-EF51-FC68-8E73-6A2B8E446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9A79C14C-D7DA-70FD-8C70-7967419EF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A2B09BEE-D213-78FF-0F0B-19645C2B0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698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EDF70391-508A-4328-4485-BBB48B1D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606B031F-1178-F8CB-D507-1794B4074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DB712718-6BBE-89FB-9EBD-636826686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0787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801F7AC9-3EC1-6F04-C869-89E01567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1179C95F-0790-6B63-68C6-F6A3D1530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82CA80CE-8B0F-9D70-1BA5-6FD415F55E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4546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C109CC9F-77F1-EFF0-02AA-0C3E772E9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968D0747-F5A4-E11D-0041-5C5C608CF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A4E3ECEF-616B-5F58-8CD6-25F73C3F4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4014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09FBA066-0798-6B25-39A9-A37CAFDBA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93C3CD9A-6B5A-5807-EE31-4F4303F142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A625F3BC-12C0-D504-2757-E4C0EBD19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1418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FBB8E462-EE24-5F08-46F9-29AF7E9EE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85082CE0-EBB7-D75C-41E5-A5287B0F19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BEE1F5DE-107D-219B-46AE-BD1A0C83E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5065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76C77471-DDBE-30F6-B16A-771223B8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5833FE98-C9F4-6770-F1B2-EE6C029B6E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80E43293-0B34-8D35-A2C0-506DF8885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3938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>
          <a:extLst>
            <a:ext uri="{FF2B5EF4-FFF2-40B4-BE49-F238E27FC236}">
              <a16:creationId xmlns:a16="http://schemas.microsoft.com/office/drawing/2014/main" id="{F06FA7E6-D225-AD95-7B78-DEE6FD514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11e7c571f2_0_0:notes">
            <a:extLst>
              <a:ext uri="{FF2B5EF4-FFF2-40B4-BE49-F238E27FC236}">
                <a16:creationId xmlns:a16="http://schemas.microsoft.com/office/drawing/2014/main" id="{29E82BFE-6811-3466-9EC9-8093C23428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11e7c571f2_0_0:notes">
            <a:extLst>
              <a:ext uri="{FF2B5EF4-FFF2-40B4-BE49-F238E27FC236}">
                <a16:creationId xmlns:a16="http://schemas.microsoft.com/office/drawing/2014/main" id="{1674EE67-ABE5-C390-442D-1F0EB1A55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0056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100475" y="414768"/>
            <a:ext cx="4763343" cy="4313945"/>
          </a:xfrm>
          <a:custGeom>
            <a:avLst/>
            <a:gdLst/>
            <a:ahLst/>
            <a:cxnLst/>
            <a:rect l="l" t="t" r="r" b="b"/>
            <a:pathLst>
              <a:path w="16788" h="15204" extrusionOk="0">
                <a:moveTo>
                  <a:pt x="12064" y="1"/>
                </a:moveTo>
                <a:cubicBezTo>
                  <a:pt x="11813" y="1"/>
                  <a:pt x="11559" y="33"/>
                  <a:pt x="11306" y="99"/>
                </a:cubicBezTo>
                <a:cubicBezTo>
                  <a:pt x="9718" y="518"/>
                  <a:pt x="8767" y="2151"/>
                  <a:pt x="9187" y="3737"/>
                </a:cubicBezTo>
                <a:lnTo>
                  <a:pt x="11249" y="11564"/>
                </a:lnTo>
                <a:cubicBezTo>
                  <a:pt x="11616" y="12955"/>
                  <a:pt x="10783" y="14385"/>
                  <a:pt x="9392" y="14751"/>
                </a:cubicBezTo>
                <a:cubicBezTo>
                  <a:pt x="9170" y="14810"/>
                  <a:pt x="8948" y="14838"/>
                  <a:pt x="8728" y="14838"/>
                </a:cubicBezTo>
                <a:cubicBezTo>
                  <a:pt x="7573" y="14838"/>
                  <a:pt x="6513" y="14063"/>
                  <a:pt x="6205" y="12895"/>
                </a:cubicBezTo>
                <a:lnTo>
                  <a:pt x="5643" y="10763"/>
                </a:lnTo>
                <a:lnTo>
                  <a:pt x="6491" y="10540"/>
                </a:lnTo>
                <a:cubicBezTo>
                  <a:pt x="7302" y="10326"/>
                  <a:pt x="7826" y="9565"/>
                  <a:pt x="7740" y="8731"/>
                </a:cubicBezTo>
                <a:lnTo>
                  <a:pt x="7137" y="2981"/>
                </a:lnTo>
                <a:cubicBezTo>
                  <a:pt x="7087" y="2490"/>
                  <a:pt x="6824" y="2047"/>
                  <a:pt x="6419" y="1767"/>
                </a:cubicBezTo>
                <a:cubicBezTo>
                  <a:pt x="6133" y="1569"/>
                  <a:pt x="5799" y="1467"/>
                  <a:pt x="5459" y="1467"/>
                </a:cubicBezTo>
                <a:cubicBezTo>
                  <a:pt x="5315" y="1467"/>
                  <a:pt x="5170" y="1486"/>
                  <a:pt x="5028" y="1523"/>
                </a:cubicBezTo>
                <a:lnTo>
                  <a:pt x="4826" y="1576"/>
                </a:lnTo>
                <a:cubicBezTo>
                  <a:pt x="4706" y="1383"/>
                  <a:pt x="4492" y="1264"/>
                  <a:pt x="4262" y="1264"/>
                </a:cubicBezTo>
                <a:cubicBezTo>
                  <a:pt x="4206" y="1264"/>
                  <a:pt x="4150" y="1271"/>
                  <a:pt x="4093" y="1286"/>
                </a:cubicBezTo>
                <a:cubicBezTo>
                  <a:pt x="3739" y="1379"/>
                  <a:pt x="3529" y="1741"/>
                  <a:pt x="3622" y="2095"/>
                </a:cubicBezTo>
                <a:cubicBezTo>
                  <a:pt x="3701" y="2394"/>
                  <a:pt x="3969" y="2590"/>
                  <a:pt x="4263" y="2590"/>
                </a:cubicBezTo>
                <a:cubicBezTo>
                  <a:pt x="4319" y="2590"/>
                  <a:pt x="4376" y="2583"/>
                  <a:pt x="4433" y="2568"/>
                </a:cubicBezTo>
                <a:cubicBezTo>
                  <a:pt x="4729" y="2490"/>
                  <a:pt x="4925" y="2223"/>
                  <a:pt x="4927" y="1929"/>
                </a:cubicBezTo>
                <a:lnTo>
                  <a:pt x="5123" y="1878"/>
                </a:lnTo>
                <a:cubicBezTo>
                  <a:pt x="5235" y="1848"/>
                  <a:pt x="5349" y="1834"/>
                  <a:pt x="5462" y="1834"/>
                </a:cubicBezTo>
                <a:cubicBezTo>
                  <a:pt x="5727" y="1834"/>
                  <a:pt x="5988" y="1914"/>
                  <a:pt x="6210" y="2067"/>
                </a:cubicBezTo>
                <a:cubicBezTo>
                  <a:pt x="6529" y="2287"/>
                  <a:pt x="6733" y="2633"/>
                  <a:pt x="6773" y="3017"/>
                </a:cubicBezTo>
                <a:lnTo>
                  <a:pt x="7375" y="8767"/>
                </a:lnTo>
                <a:cubicBezTo>
                  <a:pt x="7443" y="9420"/>
                  <a:pt x="7033" y="10014"/>
                  <a:pt x="6398" y="10181"/>
                </a:cubicBezTo>
                <a:lnTo>
                  <a:pt x="4391" y="10711"/>
                </a:lnTo>
                <a:cubicBezTo>
                  <a:pt x="4276" y="10741"/>
                  <a:pt x="4162" y="10755"/>
                  <a:pt x="4048" y="10755"/>
                </a:cubicBezTo>
                <a:cubicBezTo>
                  <a:pt x="3535" y="10755"/>
                  <a:pt x="3059" y="10455"/>
                  <a:pt x="2844" y="9962"/>
                </a:cubicBezTo>
                <a:lnTo>
                  <a:pt x="534" y="4662"/>
                </a:lnTo>
                <a:cubicBezTo>
                  <a:pt x="380" y="4308"/>
                  <a:pt x="387" y="3907"/>
                  <a:pt x="555" y="3559"/>
                </a:cubicBezTo>
                <a:cubicBezTo>
                  <a:pt x="723" y="3212"/>
                  <a:pt x="1033" y="2956"/>
                  <a:pt x="1407" y="2858"/>
                </a:cubicBezTo>
                <a:lnTo>
                  <a:pt x="1603" y="2805"/>
                </a:lnTo>
                <a:cubicBezTo>
                  <a:pt x="1721" y="3011"/>
                  <a:pt x="1941" y="3139"/>
                  <a:pt x="2178" y="3139"/>
                </a:cubicBezTo>
                <a:cubicBezTo>
                  <a:pt x="2234" y="3139"/>
                  <a:pt x="2291" y="3132"/>
                  <a:pt x="2348" y="3117"/>
                </a:cubicBezTo>
                <a:cubicBezTo>
                  <a:pt x="2702" y="3024"/>
                  <a:pt x="2914" y="2661"/>
                  <a:pt x="2820" y="2307"/>
                </a:cubicBezTo>
                <a:cubicBezTo>
                  <a:pt x="2741" y="2010"/>
                  <a:pt x="2474" y="1813"/>
                  <a:pt x="2180" y="1813"/>
                </a:cubicBezTo>
                <a:cubicBezTo>
                  <a:pt x="2124" y="1813"/>
                  <a:pt x="2067" y="1820"/>
                  <a:pt x="2010" y="1835"/>
                </a:cubicBezTo>
                <a:cubicBezTo>
                  <a:pt x="1721" y="1911"/>
                  <a:pt x="1526" y="2165"/>
                  <a:pt x="1516" y="2448"/>
                </a:cubicBezTo>
                <a:lnTo>
                  <a:pt x="1315" y="2502"/>
                </a:lnTo>
                <a:cubicBezTo>
                  <a:pt x="837" y="2628"/>
                  <a:pt x="440" y="2955"/>
                  <a:pt x="225" y="3399"/>
                </a:cubicBezTo>
                <a:cubicBezTo>
                  <a:pt x="10" y="3843"/>
                  <a:pt x="0" y="4357"/>
                  <a:pt x="197" y="4810"/>
                </a:cubicBezTo>
                <a:lnTo>
                  <a:pt x="2507" y="10110"/>
                </a:lnTo>
                <a:cubicBezTo>
                  <a:pt x="2782" y="10740"/>
                  <a:pt x="3390" y="11124"/>
                  <a:pt x="4048" y="11124"/>
                </a:cubicBezTo>
                <a:cubicBezTo>
                  <a:pt x="4193" y="11124"/>
                  <a:pt x="4340" y="11105"/>
                  <a:pt x="4486" y="11067"/>
                </a:cubicBezTo>
                <a:lnTo>
                  <a:pt x="5290" y="10854"/>
                </a:lnTo>
                <a:lnTo>
                  <a:pt x="5852" y="12986"/>
                </a:lnTo>
                <a:cubicBezTo>
                  <a:pt x="6203" y="14319"/>
                  <a:pt x="7413" y="15203"/>
                  <a:pt x="8732" y="15203"/>
                </a:cubicBezTo>
                <a:cubicBezTo>
                  <a:pt x="8982" y="15203"/>
                  <a:pt x="9236" y="15171"/>
                  <a:pt x="9489" y="15104"/>
                </a:cubicBezTo>
                <a:cubicBezTo>
                  <a:pt x="11077" y="14686"/>
                  <a:pt x="12028" y="13053"/>
                  <a:pt x="11609" y="11467"/>
                </a:cubicBezTo>
                <a:lnTo>
                  <a:pt x="9546" y="3640"/>
                </a:lnTo>
                <a:cubicBezTo>
                  <a:pt x="9179" y="2249"/>
                  <a:pt x="10012" y="819"/>
                  <a:pt x="11403" y="452"/>
                </a:cubicBezTo>
                <a:cubicBezTo>
                  <a:pt x="11625" y="394"/>
                  <a:pt x="11847" y="366"/>
                  <a:pt x="12067" y="366"/>
                </a:cubicBezTo>
                <a:cubicBezTo>
                  <a:pt x="13223" y="366"/>
                  <a:pt x="14283" y="1140"/>
                  <a:pt x="14590" y="2309"/>
                </a:cubicBezTo>
                <a:lnTo>
                  <a:pt x="15172" y="4512"/>
                </a:lnTo>
                <a:cubicBezTo>
                  <a:pt x="14700" y="4721"/>
                  <a:pt x="14436" y="5247"/>
                  <a:pt x="14572" y="5763"/>
                </a:cubicBezTo>
                <a:cubicBezTo>
                  <a:pt x="14699" y="6242"/>
                  <a:pt x="15130" y="6559"/>
                  <a:pt x="15603" y="6559"/>
                </a:cubicBezTo>
                <a:cubicBezTo>
                  <a:pt x="15694" y="6559"/>
                  <a:pt x="15786" y="6548"/>
                  <a:pt x="15878" y="6523"/>
                </a:cubicBezTo>
                <a:cubicBezTo>
                  <a:pt x="16446" y="6377"/>
                  <a:pt x="16787" y="5791"/>
                  <a:pt x="16636" y="5221"/>
                </a:cubicBezTo>
                <a:cubicBezTo>
                  <a:pt x="16510" y="4741"/>
                  <a:pt x="16077" y="4424"/>
                  <a:pt x="15605" y="4424"/>
                </a:cubicBezTo>
                <a:cubicBezTo>
                  <a:pt x="15579" y="4424"/>
                  <a:pt x="15552" y="4425"/>
                  <a:pt x="15526" y="4427"/>
                </a:cubicBezTo>
                <a:lnTo>
                  <a:pt x="14943" y="2218"/>
                </a:lnTo>
                <a:cubicBezTo>
                  <a:pt x="14592" y="885"/>
                  <a:pt x="13383" y="1"/>
                  <a:pt x="12064" y="1"/>
                </a:cubicBezTo>
                <a:close/>
              </a:path>
            </a:pathLst>
          </a:custGeom>
          <a:solidFill>
            <a:srgbClr val="A49FE9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999675" y="-1105274"/>
            <a:ext cx="2529362" cy="2529362"/>
          </a:xfrm>
          <a:custGeom>
            <a:avLst/>
            <a:gdLst/>
            <a:ahLst/>
            <a:cxnLst/>
            <a:rect l="l" t="t" r="r" b="b"/>
            <a:pathLst>
              <a:path w="16018" h="16018" extrusionOk="0">
                <a:moveTo>
                  <a:pt x="8008" y="1"/>
                </a:moveTo>
                <a:cubicBezTo>
                  <a:pt x="5884" y="1"/>
                  <a:pt x="3848" y="845"/>
                  <a:pt x="2346" y="2346"/>
                </a:cubicBezTo>
                <a:cubicBezTo>
                  <a:pt x="844" y="3848"/>
                  <a:pt x="0" y="5886"/>
                  <a:pt x="0" y="8010"/>
                </a:cubicBezTo>
                <a:cubicBezTo>
                  <a:pt x="0" y="10134"/>
                  <a:pt x="844" y="12170"/>
                  <a:pt x="2346" y="13672"/>
                </a:cubicBezTo>
                <a:cubicBezTo>
                  <a:pt x="3848" y="15174"/>
                  <a:pt x="5884" y="16018"/>
                  <a:pt x="8008" y="16018"/>
                </a:cubicBezTo>
                <a:cubicBezTo>
                  <a:pt x="10132" y="16018"/>
                  <a:pt x="12170" y="15174"/>
                  <a:pt x="13672" y="13672"/>
                </a:cubicBezTo>
                <a:cubicBezTo>
                  <a:pt x="15173" y="12170"/>
                  <a:pt x="16017" y="10134"/>
                  <a:pt x="16017" y="8010"/>
                </a:cubicBezTo>
                <a:cubicBezTo>
                  <a:pt x="16017" y="5886"/>
                  <a:pt x="15173" y="3848"/>
                  <a:pt x="13672" y="2346"/>
                </a:cubicBezTo>
                <a:cubicBezTo>
                  <a:pt x="12170" y="845"/>
                  <a:pt x="10132" y="1"/>
                  <a:pt x="8008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578774" y="3857850"/>
            <a:ext cx="2609335" cy="2609335"/>
          </a:xfrm>
          <a:custGeom>
            <a:avLst/>
            <a:gdLst/>
            <a:ahLst/>
            <a:cxnLst/>
            <a:rect l="l" t="t" r="r" b="b"/>
            <a:pathLst>
              <a:path w="17330" h="17330" extrusionOk="0">
                <a:moveTo>
                  <a:pt x="8665" y="0"/>
                </a:moveTo>
                <a:cubicBezTo>
                  <a:pt x="6367" y="0"/>
                  <a:pt x="4163" y="914"/>
                  <a:pt x="2538" y="2538"/>
                </a:cubicBezTo>
                <a:cubicBezTo>
                  <a:pt x="914" y="4163"/>
                  <a:pt x="0" y="6367"/>
                  <a:pt x="0" y="8665"/>
                </a:cubicBezTo>
                <a:cubicBezTo>
                  <a:pt x="0" y="10963"/>
                  <a:pt x="914" y="13167"/>
                  <a:pt x="2538" y="14792"/>
                </a:cubicBezTo>
                <a:cubicBezTo>
                  <a:pt x="4163" y="16417"/>
                  <a:pt x="6367" y="17329"/>
                  <a:pt x="8665" y="17329"/>
                </a:cubicBezTo>
                <a:cubicBezTo>
                  <a:pt x="10963" y="17329"/>
                  <a:pt x="13167" y="16417"/>
                  <a:pt x="14792" y="14792"/>
                </a:cubicBezTo>
                <a:cubicBezTo>
                  <a:pt x="16417" y="13167"/>
                  <a:pt x="17329" y="10963"/>
                  <a:pt x="17329" y="8665"/>
                </a:cubicBezTo>
                <a:cubicBezTo>
                  <a:pt x="17329" y="6367"/>
                  <a:pt x="16417" y="4163"/>
                  <a:pt x="14792" y="2538"/>
                </a:cubicBezTo>
                <a:cubicBezTo>
                  <a:pt x="13167" y="914"/>
                  <a:pt x="10963" y="0"/>
                  <a:pt x="8665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683364" y="271271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062988" y="1206475"/>
            <a:ext cx="5017800" cy="215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500"/>
              <a:buNone/>
              <a:defRPr sz="45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578764" y="110705"/>
            <a:ext cx="263434" cy="26343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3" y="0"/>
                  <a:pt x="605" y="56"/>
                  <a:pt x="605" y="128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8" y="605"/>
                  <a:pt x="1" y="660"/>
                  <a:pt x="1" y="732"/>
                </a:cubicBezTo>
                <a:lnTo>
                  <a:pt x="1" y="1104"/>
                </a:lnTo>
                <a:cubicBezTo>
                  <a:pt x="1" y="1174"/>
                  <a:pt x="58" y="1232"/>
                  <a:pt x="128" y="1232"/>
                </a:cubicBez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2" y="1836"/>
                  <a:pt x="732" y="1836"/>
                </a:cubicBezTo>
                <a:lnTo>
                  <a:pt x="1105" y="1836"/>
                </a:lnTo>
                <a:cubicBezTo>
                  <a:pt x="1175" y="1836"/>
                  <a:pt x="1232" y="1780"/>
                  <a:pt x="1232" y="1709"/>
                </a:cubicBezTo>
                <a:lnTo>
                  <a:pt x="1232" y="1232"/>
                </a:lnTo>
                <a:lnTo>
                  <a:pt x="1710" y="1232"/>
                </a:lnTo>
                <a:cubicBezTo>
                  <a:pt x="1779" y="1232"/>
                  <a:pt x="1836" y="1176"/>
                  <a:pt x="1836" y="1104"/>
                </a:cubicBezTo>
                <a:lnTo>
                  <a:pt x="1836" y="732"/>
                </a:lnTo>
                <a:cubicBezTo>
                  <a:pt x="1836" y="663"/>
                  <a:pt x="1780" y="605"/>
                  <a:pt x="1710" y="605"/>
                </a:cubicBezTo>
                <a:lnTo>
                  <a:pt x="1232" y="605"/>
                </a:lnTo>
                <a:lnTo>
                  <a:pt x="1232" y="128"/>
                </a:lnTo>
                <a:cubicBezTo>
                  <a:pt x="1232" y="58"/>
                  <a:pt x="1176" y="0"/>
                  <a:pt x="11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8709850" y="1555625"/>
            <a:ext cx="203602" cy="1018158"/>
            <a:chOff x="8751738" y="3407237"/>
            <a:chExt cx="203602" cy="1018158"/>
          </a:xfrm>
        </p:grpSpPr>
        <p:sp>
          <p:nvSpPr>
            <p:cNvPr id="16" name="Google Shape;16;p2"/>
            <p:cNvSpPr/>
            <p:nvPr/>
          </p:nvSpPr>
          <p:spPr>
            <a:xfrm>
              <a:off x="8900243" y="4370298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900243" y="4156220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2"/>
                    <a:pt x="192" y="382"/>
                  </a:cubicBezTo>
                  <a:cubicBezTo>
                    <a:pt x="298" y="382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900243" y="3942287"/>
              <a:ext cx="55097" cy="55097"/>
            </a:xfrm>
            <a:custGeom>
              <a:avLst/>
              <a:gdLst/>
              <a:ahLst/>
              <a:cxnLst/>
              <a:rect l="l" t="t" r="r" b="b"/>
              <a:pathLst>
                <a:path w="384" h="384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3"/>
                    <a:pt x="192" y="383"/>
                  </a:cubicBezTo>
                  <a:cubicBezTo>
                    <a:pt x="298" y="383"/>
                    <a:pt x="384" y="298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900243" y="3728496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1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900243" y="3514563"/>
              <a:ext cx="55097" cy="54954"/>
            </a:xfrm>
            <a:custGeom>
              <a:avLst/>
              <a:gdLst/>
              <a:ahLst/>
              <a:cxnLst/>
              <a:rect l="l" t="t" r="r" b="b"/>
              <a:pathLst>
                <a:path w="384" h="383" extrusionOk="0">
                  <a:moveTo>
                    <a:pt x="192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2"/>
                    <a:pt x="192" y="382"/>
                  </a:cubicBezTo>
                  <a:cubicBezTo>
                    <a:pt x="298" y="382"/>
                    <a:pt x="384" y="297"/>
                    <a:pt x="384" y="192"/>
                  </a:cubicBezTo>
                  <a:cubicBezTo>
                    <a:pt x="384" y="86"/>
                    <a:pt x="298" y="1"/>
                    <a:pt x="1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751738" y="4262829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751738" y="4048895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6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751738" y="3835105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1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51738" y="3621171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751738" y="340723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0" y="87"/>
                    <a:pt x="0" y="192"/>
                  </a:cubicBezTo>
                  <a:cubicBezTo>
                    <a:pt x="0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280122" y="2615246"/>
            <a:ext cx="203746" cy="1017728"/>
            <a:chOff x="226122" y="728258"/>
            <a:chExt cx="203746" cy="1017728"/>
          </a:xfrm>
        </p:grpSpPr>
        <p:sp>
          <p:nvSpPr>
            <p:cNvPr id="27" name="Google Shape;27;p2"/>
            <p:cNvSpPr/>
            <p:nvPr/>
          </p:nvSpPr>
          <p:spPr>
            <a:xfrm>
              <a:off x="374914" y="1690888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74914" y="1477098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1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74914" y="1263164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4914" y="1049230"/>
              <a:ext cx="54954" cy="54954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7"/>
                    <a:pt x="85" y="383"/>
                    <a:pt x="189" y="383"/>
                  </a:cubicBezTo>
                  <a:cubicBezTo>
                    <a:pt x="190" y="383"/>
                    <a:pt x="190" y="383"/>
                    <a:pt x="191" y="383"/>
                  </a:cubicBezTo>
                  <a:cubicBezTo>
                    <a:pt x="297" y="383"/>
                    <a:pt x="382" y="297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4914" y="835297"/>
              <a:ext cx="54954" cy="55097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7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2" y="298"/>
                    <a:pt x="382" y="192"/>
                  </a:cubicBezTo>
                  <a:cubicBezTo>
                    <a:pt x="382" y="87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26122" y="1583850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26122" y="1369916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26122" y="1155982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2"/>
                    <a:pt x="191" y="382"/>
                  </a:cubicBezTo>
                  <a:cubicBezTo>
                    <a:pt x="296" y="382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26122" y="942048"/>
              <a:ext cx="54810" cy="55097"/>
            </a:xfrm>
            <a:custGeom>
              <a:avLst/>
              <a:gdLst/>
              <a:ahLst/>
              <a:cxnLst/>
              <a:rect l="l" t="t" r="r" b="b"/>
              <a:pathLst>
                <a:path w="382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6" y="383"/>
                    <a:pt x="382" y="298"/>
                    <a:pt x="382" y="192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26122" y="728258"/>
              <a:ext cx="54810" cy="54954"/>
            </a:xfrm>
            <a:custGeom>
              <a:avLst/>
              <a:gdLst/>
              <a:ahLst/>
              <a:cxnLst/>
              <a:rect l="l" t="t" r="r" b="b"/>
              <a:pathLst>
                <a:path w="382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6" y="382"/>
                    <a:pt x="382" y="297"/>
                    <a:pt x="382" y="191"/>
                  </a:cubicBezTo>
                  <a:cubicBezTo>
                    <a:pt x="382" y="86"/>
                    <a:pt x="296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8709851" y="3156859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177076" y="4773496"/>
            <a:ext cx="263434" cy="263721"/>
          </a:xfrm>
          <a:custGeom>
            <a:avLst/>
            <a:gdLst/>
            <a:ahLst/>
            <a:cxnLst/>
            <a:rect l="l" t="t" r="r" b="b"/>
            <a:pathLst>
              <a:path w="1836" h="1838" extrusionOk="0">
                <a:moveTo>
                  <a:pt x="732" y="1"/>
                </a:moveTo>
                <a:cubicBezTo>
                  <a:pt x="662" y="1"/>
                  <a:pt x="604" y="58"/>
                  <a:pt x="604" y="128"/>
                </a:cubicBezTo>
                <a:lnTo>
                  <a:pt x="604" y="605"/>
                </a:lnTo>
                <a:lnTo>
                  <a:pt x="127" y="605"/>
                </a:lnTo>
                <a:cubicBezTo>
                  <a:pt x="57" y="605"/>
                  <a:pt x="0" y="662"/>
                  <a:pt x="0" y="732"/>
                </a:cubicBezTo>
                <a:lnTo>
                  <a:pt x="0" y="1106"/>
                </a:lnTo>
                <a:cubicBezTo>
                  <a:pt x="0" y="1175"/>
                  <a:pt x="56" y="1231"/>
                  <a:pt x="127" y="1233"/>
                </a:cubicBezTo>
                <a:lnTo>
                  <a:pt x="604" y="1233"/>
                </a:lnTo>
                <a:lnTo>
                  <a:pt x="604" y="1710"/>
                </a:lnTo>
                <a:cubicBezTo>
                  <a:pt x="604" y="1780"/>
                  <a:pt x="660" y="1837"/>
                  <a:pt x="732" y="1837"/>
                </a:cubicBezTo>
                <a:lnTo>
                  <a:pt x="1104" y="1837"/>
                </a:lnTo>
                <a:cubicBezTo>
                  <a:pt x="1173" y="1837"/>
                  <a:pt x="1231" y="1781"/>
                  <a:pt x="1231" y="1710"/>
                </a:cubicBezTo>
                <a:lnTo>
                  <a:pt x="1231" y="1233"/>
                </a:lnTo>
                <a:lnTo>
                  <a:pt x="1708" y="1233"/>
                </a:lnTo>
                <a:cubicBezTo>
                  <a:pt x="1778" y="1233"/>
                  <a:pt x="1835" y="1176"/>
                  <a:pt x="1835" y="1106"/>
                </a:cubicBezTo>
                <a:lnTo>
                  <a:pt x="1835" y="732"/>
                </a:lnTo>
                <a:cubicBezTo>
                  <a:pt x="1835" y="663"/>
                  <a:pt x="1780" y="605"/>
                  <a:pt x="1708" y="605"/>
                </a:cubicBezTo>
                <a:lnTo>
                  <a:pt x="1231" y="605"/>
                </a:lnTo>
                <a:lnTo>
                  <a:pt x="1231" y="128"/>
                </a:lnTo>
                <a:cubicBezTo>
                  <a:pt x="1231" y="59"/>
                  <a:pt x="1174" y="1"/>
                  <a:pt x="1104" y="1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 txBox="1">
            <a:spLocks noGrp="1"/>
          </p:cNvSpPr>
          <p:nvPr>
            <p:ph type="subTitle" idx="1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1"/>
              </a:gs>
            </a:gsLst>
            <a:lin ang="5400700" scaled="0"/>
          </a:gra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7366750" y="3823724"/>
            <a:ext cx="3172799" cy="3172799"/>
          </a:xfrm>
          <a:custGeom>
            <a:avLst/>
            <a:gdLst/>
            <a:ahLst/>
            <a:cxnLst/>
            <a:rect l="l" t="t" r="r" b="b"/>
            <a:pathLst>
              <a:path w="25874" h="25874" extrusionOk="0">
                <a:moveTo>
                  <a:pt x="12937" y="1"/>
                </a:moveTo>
                <a:cubicBezTo>
                  <a:pt x="9506" y="1"/>
                  <a:pt x="6216" y="1363"/>
                  <a:pt x="3789" y="3789"/>
                </a:cubicBezTo>
                <a:cubicBezTo>
                  <a:pt x="1363" y="6216"/>
                  <a:pt x="1" y="9506"/>
                  <a:pt x="1" y="12937"/>
                </a:cubicBezTo>
                <a:cubicBezTo>
                  <a:pt x="1" y="16368"/>
                  <a:pt x="1363" y="19658"/>
                  <a:pt x="3789" y="22084"/>
                </a:cubicBezTo>
                <a:cubicBezTo>
                  <a:pt x="6216" y="24510"/>
                  <a:pt x="9506" y="25874"/>
                  <a:pt x="12937" y="25874"/>
                </a:cubicBezTo>
                <a:cubicBezTo>
                  <a:pt x="16368" y="25874"/>
                  <a:pt x="19658" y="24510"/>
                  <a:pt x="22084" y="22084"/>
                </a:cubicBezTo>
                <a:cubicBezTo>
                  <a:pt x="24510" y="19658"/>
                  <a:pt x="25874" y="16368"/>
                  <a:pt x="25874" y="12937"/>
                </a:cubicBezTo>
                <a:cubicBezTo>
                  <a:pt x="25874" y="9506"/>
                  <a:pt x="24510" y="6216"/>
                  <a:pt x="22084" y="3789"/>
                </a:cubicBezTo>
                <a:cubicBezTo>
                  <a:pt x="19658" y="1363"/>
                  <a:pt x="16368" y="1"/>
                  <a:pt x="12937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-2262536" y="-3003699"/>
            <a:ext cx="4502434" cy="4502554"/>
          </a:xfrm>
          <a:custGeom>
            <a:avLst/>
            <a:gdLst/>
            <a:ahLst/>
            <a:cxnLst/>
            <a:rect l="l" t="t" r="r" b="b"/>
            <a:pathLst>
              <a:path w="37305" h="37306" extrusionOk="0">
                <a:moveTo>
                  <a:pt x="18653" y="0"/>
                </a:moveTo>
                <a:cubicBezTo>
                  <a:pt x="13706" y="0"/>
                  <a:pt x="8962" y="1965"/>
                  <a:pt x="5464" y="5464"/>
                </a:cubicBezTo>
                <a:cubicBezTo>
                  <a:pt x="1966" y="8961"/>
                  <a:pt x="1" y="13706"/>
                  <a:pt x="1" y="18653"/>
                </a:cubicBezTo>
                <a:cubicBezTo>
                  <a:pt x="1" y="23600"/>
                  <a:pt x="1966" y="28343"/>
                  <a:pt x="5464" y="31842"/>
                </a:cubicBezTo>
                <a:cubicBezTo>
                  <a:pt x="8962" y="35339"/>
                  <a:pt x="13706" y="37305"/>
                  <a:pt x="18653" y="37305"/>
                </a:cubicBezTo>
                <a:cubicBezTo>
                  <a:pt x="23600" y="37305"/>
                  <a:pt x="28344" y="35339"/>
                  <a:pt x="31842" y="31842"/>
                </a:cubicBezTo>
                <a:cubicBezTo>
                  <a:pt x="35340" y="28343"/>
                  <a:pt x="37304" y="23600"/>
                  <a:pt x="37304" y="18653"/>
                </a:cubicBezTo>
                <a:cubicBezTo>
                  <a:pt x="37304" y="13706"/>
                  <a:pt x="35340" y="8961"/>
                  <a:pt x="31842" y="5464"/>
                </a:cubicBezTo>
                <a:cubicBezTo>
                  <a:pt x="28344" y="1965"/>
                  <a:pt x="23600" y="0"/>
                  <a:pt x="18653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-828157" y="4333756"/>
            <a:ext cx="1633643" cy="1633643"/>
          </a:xfrm>
          <a:custGeom>
            <a:avLst/>
            <a:gdLst/>
            <a:ahLst/>
            <a:cxnLst/>
            <a:rect l="l" t="t" r="r" b="b"/>
            <a:pathLst>
              <a:path w="11371" h="11371" extrusionOk="0">
                <a:moveTo>
                  <a:pt x="5685" y="1"/>
                </a:moveTo>
                <a:cubicBezTo>
                  <a:pt x="4178" y="1"/>
                  <a:pt x="2732" y="600"/>
                  <a:pt x="1666" y="1666"/>
                </a:cubicBezTo>
                <a:cubicBezTo>
                  <a:pt x="599" y="2731"/>
                  <a:pt x="0" y="4177"/>
                  <a:pt x="0" y="5686"/>
                </a:cubicBezTo>
                <a:cubicBezTo>
                  <a:pt x="0" y="7194"/>
                  <a:pt x="599" y="8640"/>
                  <a:pt x="1666" y="9705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5"/>
                </a:cubicBezTo>
                <a:cubicBezTo>
                  <a:pt x="10771" y="8640"/>
                  <a:pt x="11370" y="7194"/>
                  <a:pt x="11370" y="5686"/>
                </a:cubicBezTo>
                <a:cubicBezTo>
                  <a:pt x="11370" y="4177"/>
                  <a:pt x="10771" y="2731"/>
                  <a:pt x="9706" y="1666"/>
                </a:cubicBezTo>
                <a:cubicBezTo>
                  <a:pt x="8639" y="600"/>
                  <a:pt x="7193" y="1"/>
                  <a:pt x="5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8260525" y="-926277"/>
            <a:ext cx="1633643" cy="1633499"/>
          </a:xfrm>
          <a:custGeom>
            <a:avLst/>
            <a:gdLst/>
            <a:ahLst/>
            <a:cxnLst/>
            <a:rect l="l" t="t" r="r" b="b"/>
            <a:pathLst>
              <a:path w="11371" h="11370" extrusionOk="0">
                <a:moveTo>
                  <a:pt x="5685" y="0"/>
                </a:moveTo>
                <a:cubicBezTo>
                  <a:pt x="4178" y="0"/>
                  <a:pt x="2732" y="599"/>
                  <a:pt x="1666" y="1664"/>
                </a:cubicBezTo>
                <a:cubicBezTo>
                  <a:pt x="599" y="2731"/>
                  <a:pt x="1" y="4177"/>
                  <a:pt x="1" y="5685"/>
                </a:cubicBezTo>
                <a:cubicBezTo>
                  <a:pt x="1" y="7192"/>
                  <a:pt x="599" y="8638"/>
                  <a:pt x="1666" y="9704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4"/>
                </a:cubicBezTo>
                <a:cubicBezTo>
                  <a:pt x="10772" y="8638"/>
                  <a:pt x="11370" y="7192"/>
                  <a:pt x="11370" y="5685"/>
                </a:cubicBezTo>
                <a:cubicBezTo>
                  <a:pt x="11370" y="4177"/>
                  <a:pt x="10772" y="2731"/>
                  <a:pt x="9706" y="1664"/>
                </a:cubicBezTo>
                <a:cubicBezTo>
                  <a:pt x="8639" y="599"/>
                  <a:pt x="7193" y="0"/>
                  <a:pt x="56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7"/>
          <p:cNvGrpSpPr/>
          <p:nvPr/>
        </p:nvGrpSpPr>
        <p:grpSpPr>
          <a:xfrm>
            <a:off x="8760128" y="971066"/>
            <a:ext cx="203866" cy="1019479"/>
            <a:chOff x="8708774" y="3823729"/>
            <a:chExt cx="203866" cy="1019479"/>
          </a:xfrm>
        </p:grpSpPr>
        <p:sp>
          <p:nvSpPr>
            <p:cNvPr id="204" name="Google Shape;204;p7"/>
            <p:cNvSpPr/>
            <p:nvPr/>
          </p:nvSpPr>
          <p:spPr>
            <a:xfrm>
              <a:off x="8857616" y="382372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8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8857616" y="403794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8857616" y="425215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8857616" y="4466507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8857616" y="4680718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8708774" y="393119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8708774" y="4145405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8708774" y="4359760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8708774" y="457397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8708774" y="478803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" name="Google Shape;214;p7"/>
          <p:cNvSpPr/>
          <p:nvPr/>
        </p:nvSpPr>
        <p:spPr>
          <a:xfrm>
            <a:off x="7285838" y="48048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" name="Google Shape;215;p7"/>
          <p:cNvGrpSpPr/>
          <p:nvPr/>
        </p:nvGrpSpPr>
        <p:grpSpPr>
          <a:xfrm>
            <a:off x="205717" y="3128494"/>
            <a:ext cx="203866" cy="1019192"/>
            <a:chOff x="214740" y="1229486"/>
            <a:chExt cx="203866" cy="1019192"/>
          </a:xfrm>
        </p:grpSpPr>
        <p:sp>
          <p:nvSpPr>
            <p:cNvPr id="216" name="Google Shape;216;p7"/>
            <p:cNvSpPr/>
            <p:nvPr/>
          </p:nvSpPr>
          <p:spPr>
            <a:xfrm>
              <a:off x="363582" y="1229486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1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363582" y="144355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8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363582" y="165790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7" y="383"/>
                    <a:pt x="383" y="298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363582" y="187212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363582" y="2086332"/>
              <a:ext cx="55025" cy="54881"/>
            </a:xfrm>
            <a:custGeom>
              <a:avLst/>
              <a:gdLst/>
              <a:ahLst/>
              <a:cxnLst/>
              <a:rect l="l" t="t" r="r" b="b"/>
              <a:pathLst>
                <a:path w="383" h="382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214740" y="133666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8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214740" y="155101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214740" y="176523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214740" y="197944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214740" y="2193653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7"/>
          <p:cNvSpPr/>
          <p:nvPr/>
        </p:nvSpPr>
        <p:spPr>
          <a:xfrm>
            <a:off x="7549600" y="-81676"/>
            <a:ext cx="425832" cy="425839"/>
          </a:xfrm>
          <a:custGeom>
            <a:avLst/>
            <a:gdLst/>
            <a:ahLst/>
            <a:cxnLst/>
            <a:rect l="l" t="t" r="r" b="b"/>
            <a:pathLst>
              <a:path w="2962" h="2962" extrusionOk="0">
                <a:moveTo>
                  <a:pt x="1182" y="0"/>
                </a:moveTo>
                <a:cubicBezTo>
                  <a:pt x="1070" y="0"/>
                  <a:pt x="978" y="91"/>
                  <a:pt x="978" y="206"/>
                </a:cubicBezTo>
                <a:lnTo>
                  <a:pt x="977" y="976"/>
                </a:lnTo>
                <a:lnTo>
                  <a:pt x="207" y="974"/>
                </a:lnTo>
                <a:cubicBezTo>
                  <a:pt x="92" y="974"/>
                  <a:pt x="2" y="1065"/>
                  <a:pt x="2" y="1179"/>
                </a:cubicBezTo>
                <a:lnTo>
                  <a:pt x="0" y="1780"/>
                </a:lnTo>
                <a:cubicBezTo>
                  <a:pt x="0" y="1892"/>
                  <a:pt x="91" y="1984"/>
                  <a:pt x="205" y="1984"/>
                </a:cubicBezTo>
                <a:lnTo>
                  <a:pt x="975" y="1987"/>
                </a:lnTo>
                <a:lnTo>
                  <a:pt x="974" y="2757"/>
                </a:lnTo>
                <a:cubicBezTo>
                  <a:pt x="974" y="2869"/>
                  <a:pt x="1065" y="2961"/>
                  <a:pt x="1178" y="2961"/>
                </a:cubicBezTo>
                <a:lnTo>
                  <a:pt x="1780" y="2962"/>
                </a:lnTo>
                <a:cubicBezTo>
                  <a:pt x="1894" y="2962"/>
                  <a:pt x="1985" y="2871"/>
                  <a:pt x="1985" y="2758"/>
                </a:cubicBezTo>
                <a:lnTo>
                  <a:pt x="1986" y="1988"/>
                </a:lnTo>
                <a:lnTo>
                  <a:pt x="2756" y="1989"/>
                </a:lnTo>
                <a:cubicBezTo>
                  <a:pt x="2868" y="1989"/>
                  <a:pt x="2960" y="1898"/>
                  <a:pt x="2960" y="1784"/>
                </a:cubicBezTo>
                <a:lnTo>
                  <a:pt x="2960" y="1182"/>
                </a:lnTo>
                <a:cubicBezTo>
                  <a:pt x="2961" y="1069"/>
                  <a:pt x="2870" y="978"/>
                  <a:pt x="2758" y="978"/>
                </a:cubicBezTo>
                <a:lnTo>
                  <a:pt x="1988" y="977"/>
                </a:lnTo>
                <a:lnTo>
                  <a:pt x="1989" y="207"/>
                </a:lnTo>
                <a:cubicBezTo>
                  <a:pt x="1989" y="93"/>
                  <a:pt x="1898" y="2"/>
                  <a:pt x="1785" y="2"/>
                </a:cubicBezTo>
                <a:lnTo>
                  <a:pt x="1182" y="0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955387" y="4804804"/>
            <a:ext cx="263917" cy="263774"/>
          </a:xfrm>
          <a:custGeom>
            <a:avLst/>
            <a:gdLst/>
            <a:ahLst/>
            <a:cxnLst/>
            <a:rect l="l" t="t" r="r" b="b"/>
            <a:pathLst>
              <a:path w="1837" h="1836" extrusionOk="0">
                <a:moveTo>
                  <a:pt x="731" y="0"/>
                </a:moveTo>
                <a:cubicBezTo>
                  <a:pt x="661" y="0"/>
                  <a:pt x="605" y="58"/>
                  <a:pt x="605" y="127"/>
                </a:cubicBezTo>
                <a:lnTo>
                  <a:pt x="605" y="604"/>
                </a:lnTo>
                <a:lnTo>
                  <a:pt x="127" y="604"/>
                </a:lnTo>
                <a:cubicBezTo>
                  <a:pt x="58" y="604"/>
                  <a:pt x="1" y="660"/>
                  <a:pt x="1" y="731"/>
                </a:cubicBezTo>
                <a:lnTo>
                  <a:pt x="1" y="1104"/>
                </a:lnTo>
                <a:cubicBezTo>
                  <a:pt x="1" y="1176"/>
                  <a:pt x="58" y="1231"/>
                  <a:pt x="127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80"/>
                  <a:pt x="662" y="1835"/>
                  <a:pt x="731" y="1835"/>
                </a:cubicBezTo>
                <a:lnTo>
                  <a:pt x="1105" y="1835"/>
                </a:lnTo>
                <a:cubicBezTo>
                  <a:pt x="1175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80" y="1231"/>
                  <a:pt x="1836" y="1173"/>
                  <a:pt x="1836" y="1104"/>
                </a:cubicBezTo>
                <a:lnTo>
                  <a:pt x="1836" y="731"/>
                </a:lnTo>
                <a:cubicBezTo>
                  <a:pt x="1836" y="660"/>
                  <a:pt x="1779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996013" y="1314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" name="Google Shape;229;p7"/>
          <p:cNvGrpSpPr/>
          <p:nvPr/>
        </p:nvGrpSpPr>
        <p:grpSpPr>
          <a:xfrm>
            <a:off x="-400430" y="164206"/>
            <a:ext cx="916519" cy="1018144"/>
            <a:chOff x="4190730" y="1208675"/>
            <a:chExt cx="137025" cy="151575"/>
          </a:xfrm>
        </p:grpSpPr>
        <p:sp>
          <p:nvSpPr>
            <p:cNvPr id="230" name="Google Shape;230;p7"/>
            <p:cNvSpPr/>
            <p:nvPr/>
          </p:nvSpPr>
          <p:spPr>
            <a:xfrm>
              <a:off x="4190730" y="1213375"/>
              <a:ext cx="128000" cy="146875"/>
            </a:xfrm>
            <a:custGeom>
              <a:avLst/>
              <a:gdLst/>
              <a:ahLst/>
              <a:cxnLst/>
              <a:rect l="l" t="t" r="r" b="b"/>
              <a:pathLst>
                <a:path w="5120" h="5875" extrusionOk="0">
                  <a:moveTo>
                    <a:pt x="3208" y="5875"/>
                  </a:moveTo>
                  <a:lnTo>
                    <a:pt x="0" y="4517"/>
                  </a:lnTo>
                  <a:lnTo>
                    <a:pt x="1912" y="1"/>
                  </a:lnTo>
                  <a:lnTo>
                    <a:pt x="5119" y="135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4239455" y="1270975"/>
              <a:ext cx="61625" cy="56900"/>
            </a:xfrm>
            <a:custGeom>
              <a:avLst/>
              <a:gdLst/>
              <a:ahLst/>
              <a:cxnLst/>
              <a:rect l="l" t="t" r="r" b="b"/>
              <a:pathLst>
                <a:path w="2465" h="2276" extrusionOk="0">
                  <a:moveTo>
                    <a:pt x="721" y="0"/>
                  </a:moveTo>
                  <a:cubicBezTo>
                    <a:pt x="651" y="0"/>
                    <a:pt x="584" y="41"/>
                    <a:pt x="556" y="110"/>
                  </a:cubicBezTo>
                  <a:lnTo>
                    <a:pt x="39" y="1333"/>
                  </a:lnTo>
                  <a:cubicBezTo>
                    <a:pt x="0" y="1424"/>
                    <a:pt x="43" y="1529"/>
                    <a:pt x="134" y="1566"/>
                  </a:cubicBezTo>
                  <a:lnTo>
                    <a:pt x="1808" y="2275"/>
                  </a:lnTo>
                  <a:lnTo>
                    <a:pt x="2464" y="723"/>
                  </a:lnTo>
                  <a:lnTo>
                    <a:pt x="790" y="14"/>
                  </a:lnTo>
                  <a:cubicBezTo>
                    <a:pt x="768" y="5"/>
                    <a:pt x="744" y="0"/>
                    <a:pt x="7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4222380" y="1208675"/>
              <a:ext cx="105375" cy="60075"/>
            </a:xfrm>
            <a:custGeom>
              <a:avLst/>
              <a:gdLst/>
              <a:ahLst/>
              <a:cxnLst/>
              <a:rect l="l" t="t" r="r" b="b"/>
              <a:pathLst>
                <a:path w="4215" h="2403" extrusionOk="0">
                  <a:moveTo>
                    <a:pt x="421" y="1"/>
                  </a:moveTo>
                  <a:cubicBezTo>
                    <a:pt x="355" y="1"/>
                    <a:pt x="293" y="40"/>
                    <a:pt x="266" y="104"/>
                  </a:cubicBezTo>
                  <a:lnTo>
                    <a:pt x="37" y="644"/>
                  </a:lnTo>
                  <a:cubicBezTo>
                    <a:pt x="1" y="730"/>
                    <a:pt x="41" y="828"/>
                    <a:pt x="127" y="865"/>
                  </a:cubicBezTo>
                  <a:lnTo>
                    <a:pt x="3730" y="2389"/>
                  </a:lnTo>
                  <a:cubicBezTo>
                    <a:pt x="3751" y="2398"/>
                    <a:pt x="3773" y="2402"/>
                    <a:pt x="3795" y="2402"/>
                  </a:cubicBezTo>
                  <a:cubicBezTo>
                    <a:pt x="3860" y="2402"/>
                    <a:pt x="3923" y="2363"/>
                    <a:pt x="3951" y="2299"/>
                  </a:cubicBezTo>
                  <a:lnTo>
                    <a:pt x="4179" y="1759"/>
                  </a:lnTo>
                  <a:cubicBezTo>
                    <a:pt x="4215" y="1673"/>
                    <a:pt x="4175" y="1575"/>
                    <a:pt x="4090" y="1538"/>
                  </a:cubicBezTo>
                  <a:lnTo>
                    <a:pt x="486" y="14"/>
                  </a:lnTo>
                  <a:cubicBezTo>
                    <a:pt x="465" y="5"/>
                    <a:pt x="443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4255605" y="1284725"/>
              <a:ext cx="29900" cy="29400"/>
            </a:xfrm>
            <a:custGeom>
              <a:avLst/>
              <a:gdLst/>
              <a:ahLst/>
              <a:cxnLst/>
              <a:rect l="l" t="t" r="r" b="b"/>
              <a:pathLst>
                <a:path w="1196" h="1176" extrusionOk="0">
                  <a:moveTo>
                    <a:pt x="684" y="1"/>
                  </a:moveTo>
                  <a:cubicBezTo>
                    <a:pt x="653" y="1"/>
                    <a:pt x="623" y="19"/>
                    <a:pt x="611" y="50"/>
                  </a:cubicBezTo>
                  <a:lnTo>
                    <a:pt x="493" y="329"/>
                  </a:lnTo>
                  <a:lnTo>
                    <a:pt x="215" y="211"/>
                  </a:lnTo>
                  <a:cubicBezTo>
                    <a:pt x="205" y="207"/>
                    <a:pt x="194" y="205"/>
                    <a:pt x="184" y="205"/>
                  </a:cubicBezTo>
                  <a:cubicBezTo>
                    <a:pt x="152" y="205"/>
                    <a:pt x="122" y="223"/>
                    <a:pt x="109" y="254"/>
                  </a:cubicBezTo>
                  <a:lnTo>
                    <a:pt x="17" y="470"/>
                  </a:lnTo>
                  <a:cubicBezTo>
                    <a:pt x="0" y="511"/>
                    <a:pt x="18" y="557"/>
                    <a:pt x="60" y="576"/>
                  </a:cubicBezTo>
                  <a:lnTo>
                    <a:pt x="338" y="693"/>
                  </a:lnTo>
                  <a:lnTo>
                    <a:pt x="220" y="971"/>
                  </a:lnTo>
                  <a:cubicBezTo>
                    <a:pt x="203" y="1013"/>
                    <a:pt x="221" y="1059"/>
                    <a:pt x="263" y="1077"/>
                  </a:cubicBezTo>
                  <a:lnTo>
                    <a:pt x="479" y="1169"/>
                  </a:lnTo>
                  <a:cubicBezTo>
                    <a:pt x="490" y="1174"/>
                    <a:pt x="501" y="1176"/>
                    <a:pt x="511" y="1176"/>
                  </a:cubicBezTo>
                  <a:cubicBezTo>
                    <a:pt x="543" y="1176"/>
                    <a:pt x="572" y="1158"/>
                    <a:pt x="585" y="1126"/>
                  </a:cubicBezTo>
                  <a:lnTo>
                    <a:pt x="703" y="848"/>
                  </a:lnTo>
                  <a:lnTo>
                    <a:pt x="981" y="966"/>
                  </a:lnTo>
                  <a:cubicBezTo>
                    <a:pt x="991" y="970"/>
                    <a:pt x="1002" y="972"/>
                    <a:pt x="1013" y="972"/>
                  </a:cubicBezTo>
                  <a:cubicBezTo>
                    <a:pt x="1044" y="972"/>
                    <a:pt x="1074" y="954"/>
                    <a:pt x="1087" y="923"/>
                  </a:cubicBezTo>
                  <a:lnTo>
                    <a:pt x="1179" y="706"/>
                  </a:lnTo>
                  <a:cubicBezTo>
                    <a:pt x="1196" y="665"/>
                    <a:pt x="1178" y="618"/>
                    <a:pt x="1136" y="601"/>
                  </a:cubicBezTo>
                  <a:lnTo>
                    <a:pt x="858" y="484"/>
                  </a:lnTo>
                  <a:lnTo>
                    <a:pt x="975" y="206"/>
                  </a:lnTo>
                  <a:cubicBezTo>
                    <a:pt x="993" y="164"/>
                    <a:pt x="974" y="117"/>
                    <a:pt x="933" y="100"/>
                  </a:cubicBezTo>
                  <a:lnTo>
                    <a:pt x="716" y="8"/>
                  </a:lnTo>
                  <a:cubicBezTo>
                    <a:pt x="705" y="3"/>
                    <a:pt x="694" y="1"/>
                    <a:pt x="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" name="Google Shape;234;p7"/>
          <p:cNvGrpSpPr/>
          <p:nvPr/>
        </p:nvGrpSpPr>
        <p:grpSpPr>
          <a:xfrm flipH="1">
            <a:off x="8719990" y="3937701"/>
            <a:ext cx="799183" cy="1018146"/>
            <a:chOff x="169350" y="2321125"/>
            <a:chExt cx="114050" cy="145300"/>
          </a:xfrm>
        </p:grpSpPr>
        <p:sp>
          <p:nvSpPr>
            <p:cNvPr id="235" name="Google Shape;235;p7"/>
            <p:cNvSpPr/>
            <p:nvPr/>
          </p:nvSpPr>
          <p:spPr>
            <a:xfrm>
              <a:off x="169350" y="2333050"/>
              <a:ext cx="112050" cy="133375"/>
            </a:xfrm>
            <a:custGeom>
              <a:avLst/>
              <a:gdLst/>
              <a:ahLst/>
              <a:cxnLst/>
              <a:rect l="l" t="t" r="r" b="b"/>
              <a:pathLst>
                <a:path w="4482" h="5335" extrusionOk="0">
                  <a:moveTo>
                    <a:pt x="2262" y="1"/>
                  </a:moveTo>
                  <a:lnTo>
                    <a:pt x="2057" y="560"/>
                  </a:lnTo>
                  <a:cubicBezTo>
                    <a:pt x="1595" y="582"/>
                    <a:pt x="1170" y="875"/>
                    <a:pt x="1001" y="1336"/>
                  </a:cubicBezTo>
                  <a:lnTo>
                    <a:pt x="73" y="3871"/>
                  </a:lnTo>
                  <a:cubicBezTo>
                    <a:pt x="1" y="4068"/>
                    <a:pt x="102" y="4289"/>
                    <a:pt x="300" y="4360"/>
                  </a:cubicBezTo>
                  <a:lnTo>
                    <a:pt x="2895" y="5311"/>
                  </a:lnTo>
                  <a:cubicBezTo>
                    <a:pt x="2938" y="5327"/>
                    <a:pt x="2982" y="5334"/>
                    <a:pt x="3025" y="5334"/>
                  </a:cubicBezTo>
                  <a:cubicBezTo>
                    <a:pt x="3181" y="5334"/>
                    <a:pt x="3328" y="5238"/>
                    <a:pt x="3385" y="5083"/>
                  </a:cubicBezTo>
                  <a:lnTo>
                    <a:pt x="4312" y="2549"/>
                  </a:lnTo>
                  <a:cubicBezTo>
                    <a:pt x="4481" y="2083"/>
                    <a:pt x="4343" y="1584"/>
                    <a:pt x="4001" y="1269"/>
                  </a:cubicBezTo>
                  <a:lnTo>
                    <a:pt x="4205" y="712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179375" y="2370500"/>
              <a:ext cx="96275" cy="67100"/>
            </a:xfrm>
            <a:custGeom>
              <a:avLst/>
              <a:gdLst/>
              <a:ahLst/>
              <a:cxnLst/>
              <a:rect l="l" t="t" r="r" b="b"/>
              <a:pathLst>
                <a:path w="3851" h="2684" extrusionOk="0">
                  <a:moveTo>
                    <a:pt x="3312" y="2684"/>
                  </a:moveTo>
                  <a:lnTo>
                    <a:pt x="1" y="1471"/>
                  </a:lnTo>
                  <a:lnTo>
                    <a:pt x="539" y="0"/>
                  </a:lnTo>
                  <a:lnTo>
                    <a:pt x="3850" y="121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218175" y="2321125"/>
              <a:ext cx="65225" cy="36950"/>
            </a:xfrm>
            <a:custGeom>
              <a:avLst/>
              <a:gdLst/>
              <a:ahLst/>
              <a:cxnLst/>
              <a:rect l="l" t="t" r="r" b="b"/>
              <a:pathLst>
                <a:path w="2609" h="1478" extrusionOk="0">
                  <a:moveTo>
                    <a:pt x="2386" y="1478"/>
                  </a:moveTo>
                  <a:lnTo>
                    <a:pt x="1" y="605"/>
                  </a:lnTo>
                  <a:lnTo>
                    <a:pt x="223" y="1"/>
                  </a:lnTo>
                  <a:lnTo>
                    <a:pt x="2608" y="8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" name="Google Shape;238;p7"/>
          <p:cNvSpPr txBox="1">
            <a:spLocks noGrp="1"/>
          </p:cNvSpPr>
          <p:nvPr>
            <p:ph type="title"/>
          </p:nvPr>
        </p:nvSpPr>
        <p:spPr>
          <a:xfrm>
            <a:off x="996013" y="1250150"/>
            <a:ext cx="358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7"/>
          <p:cNvSpPr txBox="1">
            <a:spLocks noGrp="1"/>
          </p:cNvSpPr>
          <p:nvPr>
            <p:ph type="body" idx="1"/>
          </p:nvPr>
        </p:nvSpPr>
        <p:spPr>
          <a:xfrm>
            <a:off x="996013" y="1887350"/>
            <a:ext cx="3585300" cy="21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7"/>
          <p:cNvSpPr>
            <a:spLocks noGrp="1"/>
          </p:cNvSpPr>
          <p:nvPr>
            <p:ph type="pic" idx="2"/>
          </p:nvPr>
        </p:nvSpPr>
        <p:spPr>
          <a:xfrm>
            <a:off x="5024375" y="760350"/>
            <a:ext cx="3272400" cy="3622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5" name="Google Shape;295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7366750" y="3823724"/>
            <a:ext cx="3172799" cy="3172799"/>
          </a:xfrm>
          <a:custGeom>
            <a:avLst/>
            <a:gdLst/>
            <a:ahLst/>
            <a:cxnLst/>
            <a:rect l="l" t="t" r="r" b="b"/>
            <a:pathLst>
              <a:path w="25874" h="25874" extrusionOk="0">
                <a:moveTo>
                  <a:pt x="12937" y="1"/>
                </a:moveTo>
                <a:cubicBezTo>
                  <a:pt x="9506" y="1"/>
                  <a:pt x="6216" y="1363"/>
                  <a:pt x="3789" y="3789"/>
                </a:cubicBezTo>
                <a:cubicBezTo>
                  <a:pt x="1363" y="6216"/>
                  <a:pt x="1" y="9506"/>
                  <a:pt x="1" y="12937"/>
                </a:cubicBezTo>
                <a:cubicBezTo>
                  <a:pt x="1" y="16368"/>
                  <a:pt x="1363" y="19658"/>
                  <a:pt x="3789" y="22084"/>
                </a:cubicBezTo>
                <a:cubicBezTo>
                  <a:pt x="6216" y="24510"/>
                  <a:pt x="9506" y="25874"/>
                  <a:pt x="12937" y="25874"/>
                </a:cubicBezTo>
                <a:cubicBezTo>
                  <a:pt x="16368" y="25874"/>
                  <a:pt x="19658" y="24510"/>
                  <a:pt x="22084" y="22084"/>
                </a:cubicBezTo>
                <a:cubicBezTo>
                  <a:pt x="24510" y="19658"/>
                  <a:pt x="25874" y="16368"/>
                  <a:pt x="25874" y="12937"/>
                </a:cubicBezTo>
                <a:cubicBezTo>
                  <a:pt x="25874" y="9506"/>
                  <a:pt x="24510" y="6216"/>
                  <a:pt x="22084" y="3789"/>
                </a:cubicBezTo>
                <a:cubicBezTo>
                  <a:pt x="19658" y="1363"/>
                  <a:pt x="16368" y="1"/>
                  <a:pt x="12937" y="1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-2262536" y="-3003699"/>
            <a:ext cx="4502434" cy="4502554"/>
          </a:xfrm>
          <a:custGeom>
            <a:avLst/>
            <a:gdLst/>
            <a:ahLst/>
            <a:cxnLst/>
            <a:rect l="l" t="t" r="r" b="b"/>
            <a:pathLst>
              <a:path w="37305" h="37306" extrusionOk="0">
                <a:moveTo>
                  <a:pt x="18653" y="0"/>
                </a:moveTo>
                <a:cubicBezTo>
                  <a:pt x="13706" y="0"/>
                  <a:pt x="8962" y="1965"/>
                  <a:pt x="5464" y="5464"/>
                </a:cubicBezTo>
                <a:cubicBezTo>
                  <a:pt x="1966" y="8961"/>
                  <a:pt x="1" y="13706"/>
                  <a:pt x="1" y="18653"/>
                </a:cubicBezTo>
                <a:cubicBezTo>
                  <a:pt x="1" y="23600"/>
                  <a:pt x="1966" y="28343"/>
                  <a:pt x="5464" y="31842"/>
                </a:cubicBezTo>
                <a:cubicBezTo>
                  <a:pt x="8962" y="35339"/>
                  <a:pt x="13706" y="37305"/>
                  <a:pt x="18653" y="37305"/>
                </a:cubicBezTo>
                <a:cubicBezTo>
                  <a:pt x="23600" y="37305"/>
                  <a:pt x="28344" y="35339"/>
                  <a:pt x="31842" y="31842"/>
                </a:cubicBezTo>
                <a:cubicBezTo>
                  <a:pt x="35340" y="28343"/>
                  <a:pt x="37304" y="23600"/>
                  <a:pt x="37304" y="18653"/>
                </a:cubicBezTo>
                <a:cubicBezTo>
                  <a:pt x="37304" y="13706"/>
                  <a:pt x="35340" y="8961"/>
                  <a:pt x="31842" y="5464"/>
                </a:cubicBezTo>
                <a:cubicBezTo>
                  <a:pt x="28344" y="1965"/>
                  <a:pt x="23600" y="0"/>
                  <a:pt x="18653" y="0"/>
                </a:cubicBezTo>
                <a:close/>
              </a:path>
            </a:pathLst>
          </a:custGeom>
          <a:solidFill>
            <a:srgbClr val="C4CBF7">
              <a:alpha val="17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-828157" y="4333756"/>
            <a:ext cx="1633643" cy="1633643"/>
          </a:xfrm>
          <a:custGeom>
            <a:avLst/>
            <a:gdLst/>
            <a:ahLst/>
            <a:cxnLst/>
            <a:rect l="l" t="t" r="r" b="b"/>
            <a:pathLst>
              <a:path w="11371" h="11371" extrusionOk="0">
                <a:moveTo>
                  <a:pt x="5685" y="1"/>
                </a:moveTo>
                <a:cubicBezTo>
                  <a:pt x="4178" y="1"/>
                  <a:pt x="2732" y="600"/>
                  <a:pt x="1666" y="1666"/>
                </a:cubicBezTo>
                <a:cubicBezTo>
                  <a:pt x="599" y="2731"/>
                  <a:pt x="0" y="4177"/>
                  <a:pt x="0" y="5686"/>
                </a:cubicBezTo>
                <a:cubicBezTo>
                  <a:pt x="0" y="7194"/>
                  <a:pt x="599" y="8640"/>
                  <a:pt x="1666" y="9705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5"/>
                </a:cubicBezTo>
                <a:cubicBezTo>
                  <a:pt x="10771" y="8640"/>
                  <a:pt x="11370" y="7194"/>
                  <a:pt x="11370" y="5686"/>
                </a:cubicBezTo>
                <a:cubicBezTo>
                  <a:pt x="11370" y="4177"/>
                  <a:pt x="10771" y="2731"/>
                  <a:pt x="9706" y="1666"/>
                </a:cubicBezTo>
                <a:cubicBezTo>
                  <a:pt x="8639" y="600"/>
                  <a:pt x="7193" y="1"/>
                  <a:pt x="56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8260525" y="-926277"/>
            <a:ext cx="1633643" cy="1633499"/>
          </a:xfrm>
          <a:custGeom>
            <a:avLst/>
            <a:gdLst/>
            <a:ahLst/>
            <a:cxnLst/>
            <a:rect l="l" t="t" r="r" b="b"/>
            <a:pathLst>
              <a:path w="11371" h="11370" extrusionOk="0">
                <a:moveTo>
                  <a:pt x="5685" y="0"/>
                </a:moveTo>
                <a:cubicBezTo>
                  <a:pt x="4178" y="0"/>
                  <a:pt x="2732" y="599"/>
                  <a:pt x="1666" y="1664"/>
                </a:cubicBezTo>
                <a:cubicBezTo>
                  <a:pt x="599" y="2731"/>
                  <a:pt x="1" y="4177"/>
                  <a:pt x="1" y="5685"/>
                </a:cubicBezTo>
                <a:cubicBezTo>
                  <a:pt x="1" y="7192"/>
                  <a:pt x="599" y="8638"/>
                  <a:pt x="1666" y="9704"/>
                </a:cubicBezTo>
                <a:cubicBezTo>
                  <a:pt x="2732" y="10771"/>
                  <a:pt x="4178" y="11370"/>
                  <a:pt x="5685" y="11370"/>
                </a:cubicBezTo>
                <a:cubicBezTo>
                  <a:pt x="7193" y="11370"/>
                  <a:pt x="8639" y="10771"/>
                  <a:pt x="9706" y="9704"/>
                </a:cubicBezTo>
                <a:cubicBezTo>
                  <a:pt x="10772" y="8638"/>
                  <a:pt x="11370" y="7192"/>
                  <a:pt x="11370" y="5685"/>
                </a:cubicBezTo>
                <a:cubicBezTo>
                  <a:pt x="11370" y="4177"/>
                  <a:pt x="10772" y="2731"/>
                  <a:pt x="9706" y="1664"/>
                </a:cubicBezTo>
                <a:cubicBezTo>
                  <a:pt x="8639" y="599"/>
                  <a:pt x="7193" y="0"/>
                  <a:pt x="56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" name="Google Shape;300;p9"/>
          <p:cNvGrpSpPr/>
          <p:nvPr/>
        </p:nvGrpSpPr>
        <p:grpSpPr>
          <a:xfrm>
            <a:off x="8760128" y="971066"/>
            <a:ext cx="203866" cy="1019479"/>
            <a:chOff x="8708774" y="3823729"/>
            <a:chExt cx="203866" cy="1019479"/>
          </a:xfrm>
        </p:grpSpPr>
        <p:sp>
          <p:nvSpPr>
            <p:cNvPr id="301" name="Google Shape;301;p9"/>
            <p:cNvSpPr/>
            <p:nvPr/>
          </p:nvSpPr>
          <p:spPr>
            <a:xfrm>
              <a:off x="8857616" y="382372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8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8857616" y="403794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8857616" y="425215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8857616" y="4466507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2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8857616" y="4680718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5" y="1"/>
                    <a:pt x="1" y="86"/>
                    <a:pt x="1" y="191"/>
                  </a:cubicBezTo>
                  <a:cubicBezTo>
                    <a:pt x="1" y="297"/>
                    <a:pt x="85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8708774" y="393119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8708774" y="4145405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8708774" y="4359760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8708774" y="457397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2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7"/>
                    <a:pt x="86" y="382"/>
                    <a:pt x="192" y="382"/>
                  </a:cubicBezTo>
                  <a:cubicBezTo>
                    <a:pt x="297" y="382"/>
                    <a:pt x="382" y="297"/>
                    <a:pt x="382" y="191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8708774" y="478803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2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2" y="383"/>
                  </a:cubicBezTo>
                  <a:cubicBezTo>
                    <a:pt x="297" y="383"/>
                    <a:pt x="382" y="298"/>
                    <a:pt x="382" y="192"/>
                  </a:cubicBezTo>
                  <a:cubicBezTo>
                    <a:pt x="382" y="86"/>
                    <a:pt x="297" y="0"/>
                    <a:pt x="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1" name="Google Shape;311;p9"/>
          <p:cNvSpPr/>
          <p:nvPr/>
        </p:nvSpPr>
        <p:spPr>
          <a:xfrm>
            <a:off x="7285838" y="48048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9"/>
          <p:cNvGrpSpPr/>
          <p:nvPr/>
        </p:nvGrpSpPr>
        <p:grpSpPr>
          <a:xfrm>
            <a:off x="205717" y="3128494"/>
            <a:ext cx="203866" cy="1019192"/>
            <a:chOff x="214740" y="1229486"/>
            <a:chExt cx="203866" cy="1019192"/>
          </a:xfrm>
        </p:grpSpPr>
        <p:sp>
          <p:nvSpPr>
            <p:cNvPr id="313" name="Google Shape;313;p9"/>
            <p:cNvSpPr/>
            <p:nvPr/>
          </p:nvSpPr>
          <p:spPr>
            <a:xfrm>
              <a:off x="363582" y="1229486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0"/>
                  </a:moveTo>
                  <a:cubicBezTo>
                    <a:pt x="86" y="0"/>
                    <a:pt x="0" y="86"/>
                    <a:pt x="0" y="191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1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363582" y="144355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8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363582" y="165790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8"/>
                    <a:pt x="86" y="383"/>
                    <a:pt x="191" y="383"/>
                  </a:cubicBezTo>
                  <a:cubicBezTo>
                    <a:pt x="297" y="383"/>
                    <a:pt x="383" y="298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363582" y="187212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363582" y="2086332"/>
              <a:ext cx="55025" cy="54881"/>
            </a:xfrm>
            <a:custGeom>
              <a:avLst/>
              <a:gdLst/>
              <a:ahLst/>
              <a:cxnLst/>
              <a:rect l="l" t="t" r="r" b="b"/>
              <a:pathLst>
                <a:path w="383" h="382" extrusionOk="0">
                  <a:moveTo>
                    <a:pt x="191" y="0"/>
                  </a:moveTo>
                  <a:cubicBezTo>
                    <a:pt x="86" y="0"/>
                    <a:pt x="0" y="86"/>
                    <a:pt x="0" y="192"/>
                  </a:cubicBezTo>
                  <a:cubicBezTo>
                    <a:pt x="0" y="296"/>
                    <a:pt x="86" y="382"/>
                    <a:pt x="191" y="382"/>
                  </a:cubicBezTo>
                  <a:cubicBezTo>
                    <a:pt x="297" y="382"/>
                    <a:pt x="383" y="296"/>
                    <a:pt x="383" y="192"/>
                  </a:cubicBezTo>
                  <a:cubicBezTo>
                    <a:pt x="383" y="86"/>
                    <a:pt x="297" y="0"/>
                    <a:pt x="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214740" y="1336664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8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214740" y="1551019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214740" y="1765230"/>
              <a:ext cx="55025" cy="55168"/>
            </a:xfrm>
            <a:custGeom>
              <a:avLst/>
              <a:gdLst/>
              <a:ahLst/>
              <a:cxnLst/>
              <a:rect l="l" t="t" r="r" b="b"/>
              <a:pathLst>
                <a:path w="383" h="384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8"/>
                    <a:pt x="86" y="384"/>
                    <a:pt x="191" y="384"/>
                  </a:cubicBezTo>
                  <a:cubicBezTo>
                    <a:pt x="297" y="384"/>
                    <a:pt x="383" y="298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214740" y="1979442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2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2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214740" y="2193653"/>
              <a:ext cx="55025" cy="55025"/>
            </a:xfrm>
            <a:custGeom>
              <a:avLst/>
              <a:gdLst/>
              <a:ahLst/>
              <a:cxnLst/>
              <a:rect l="l" t="t" r="r" b="b"/>
              <a:pathLst>
                <a:path w="383" h="383" extrusionOk="0">
                  <a:moveTo>
                    <a:pt x="191" y="1"/>
                  </a:moveTo>
                  <a:cubicBezTo>
                    <a:pt x="86" y="1"/>
                    <a:pt x="1" y="86"/>
                    <a:pt x="1" y="191"/>
                  </a:cubicBezTo>
                  <a:cubicBezTo>
                    <a:pt x="1" y="297"/>
                    <a:pt x="86" y="383"/>
                    <a:pt x="191" y="383"/>
                  </a:cubicBezTo>
                  <a:cubicBezTo>
                    <a:pt x="297" y="383"/>
                    <a:pt x="383" y="297"/>
                    <a:pt x="383" y="191"/>
                  </a:cubicBezTo>
                  <a:cubicBezTo>
                    <a:pt x="383" y="86"/>
                    <a:pt x="297" y="1"/>
                    <a:pt x="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" name="Google Shape;323;p9"/>
          <p:cNvSpPr/>
          <p:nvPr/>
        </p:nvSpPr>
        <p:spPr>
          <a:xfrm>
            <a:off x="7549600" y="-81676"/>
            <a:ext cx="425832" cy="425839"/>
          </a:xfrm>
          <a:custGeom>
            <a:avLst/>
            <a:gdLst/>
            <a:ahLst/>
            <a:cxnLst/>
            <a:rect l="l" t="t" r="r" b="b"/>
            <a:pathLst>
              <a:path w="2962" h="2962" extrusionOk="0">
                <a:moveTo>
                  <a:pt x="1182" y="0"/>
                </a:moveTo>
                <a:cubicBezTo>
                  <a:pt x="1070" y="0"/>
                  <a:pt x="978" y="91"/>
                  <a:pt x="978" y="206"/>
                </a:cubicBezTo>
                <a:lnTo>
                  <a:pt x="977" y="976"/>
                </a:lnTo>
                <a:lnTo>
                  <a:pt x="207" y="974"/>
                </a:lnTo>
                <a:cubicBezTo>
                  <a:pt x="92" y="974"/>
                  <a:pt x="2" y="1065"/>
                  <a:pt x="2" y="1179"/>
                </a:cubicBezTo>
                <a:lnTo>
                  <a:pt x="0" y="1780"/>
                </a:lnTo>
                <a:cubicBezTo>
                  <a:pt x="0" y="1892"/>
                  <a:pt x="91" y="1984"/>
                  <a:pt x="205" y="1984"/>
                </a:cubicBezTo>
                <a:lnTo>
                  <a:pt x="975" y="1987"/>
                </a:lnTo>
                <a:lnTo>
                  <a:pt x="974" y="2757"/>
                </a:lnTo>
                <a:cubicBezTo>
                  <a:pt x="974" y="2869"/>
                  <a:pt x="1065" y="2961"/>
                  <a:pt x="1178" y="2961"/>
                </a:cubicBezTo>
                <a:lnTo>
                  <a:pt x="1780" y="2962"/>
                </a:lnTo>
                <a:cubicBezTo>
                  <a:pt x="1894" y="2962"/>
                  <a:pt x="1985" y="2871"/>
                  <a:pt x="1985" y="2758"/>
                </a:cubicBezTo>
                <a:lnTo>
                  <a:pt x="1986" y="1988"/>
                </a:lnTo>
                <a:lnTo>
                  <a:pt x="2756" y="1989"/>
                </a:lnTo>
                <a:cubicBezTo>
                  <a:pt x="2868" y="1989"/>
                  <a:pt x="2960" y="1898"/>
                  <a:pt x="2960" y="1784"/>
                </a:cubicBezTo>
                <a:lnTo>
                  <a:pt x="2960" y="1182"/>
                </a:lnTo>
                <a:cubicBezTo>
                  <a:pt x="2961" y="1069"/>
                  <a:pt x="2870" y="978"/>
                  <a:pt x="2758" y="978"/>
                </a:cubicBezTo>
                <a:lnTo>
                  <a:pt x="1988" y="977"/>
                </a:lnTo>
                <a:lnTo>
                  <a:pt x="1989" y="207"/>
                </a:lnTo>
                <a:cubicBezTo>
                  <a:pt x="1989" y="93"/>
                  <a:pt x="1898" y="2"/>
                  <a:pt x="1785" y="2"/>
                </a:cubicBezTo>
                <a:lnTo>
                  <a:pt x="1182" y="0"/>
                </a:ln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955387" y="4804804"/>
            <a:ext cx="263917" cy="263774"/>
          </a:xfrm>
          <a:custGeom>
            <a:avLst/>
            <a:gdLst/>
            <a:ahLst/>
            <a:cxnLst/>
            <a:rect l="l" t="t" r="r" b="b"/>
            <a:pathLst>
              <a:path w="1837" h="1836" extrusionOk="0">
                <a:moveTo>
                  <a:pt x="731" y="0"/>
                </a:moveTo>
                <a:cubicBezTo>
                  <a:pt x="661" y="0"/>
                  <a:pt x="605" y="58"/>
                  <a:pt x="605" y="127"/>
                </a:cubicBezTo>
                <a:lnTo>
                  <a:pt x="605" y="604"/>
                </a:lnTo>
                <a:lnTo>
                  <a:pt x="127" y="604"/>
                </a:lnTo>
                <a:cubicBezTo>
                  <a:pt x="58" y="604"/>
                  <a:pt x="1" y="660"/>
                  <a:pt x="1" y="731"/>
                </a:cubicBezTo>
                <a:lnTo>
                  <a:pt x="1" y="1104"/>
                </a:lnTo>
                <a:cubicBezTo>
                  <a:pt x="1" y="1176"/>
                  <a:pt x="58" y="1231"/>
                  <a:pt x="127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80"/>
                  <a:pt x="662" y="1835"/>
                  <a:pt x="731" y="1835"/>
                </a:cubicBezTo>
                <a:lnTo>
                  <a:pt x="1105" y="1835"/>
                </a:lnTo>
                <a:cubicBezTo>
                  <a:pt x="1175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80" y="1231"/>
                  <a:pt x="1836" y="1173"/>
                  <a:pt x="1836" y="1104"/>
                </a:cubicBezTo>
                <a:lnTo>
                  <a:pt x="1836" y="731"/>
                </a:lnTo>
                <a:cubicBezTo>
                  <a:pt x="1836" y="660"/>
                  <a:pt x="1779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5" y="0"/>
                </a:cubicBezTo>
                <a:close/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996013" y="131408"/>
            <a:ext cx="263774" cy="26377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0" y="0"/>
                  <a:pt x="605" y="58"/>
                  <a:pt x="605" y="127"/>
                </a:cubicBezTo>
                <a:lnTo>
                  <a:pt x="605" y="604"/>
                </a:lnTo>
                <a:lnTo>
                  <a:pt x="128" y="604"/>
                </a:lnTo>
                <a:cubicBezTo>
                  <a:pt x="58" y="604"/>
                  <a:pt x="2" y="662"/>
                  <a:pt x="1" y="732"/>
                </a:cubicBezTo>
                <a:lnTo>
                  <a:pt x="1" y="1104"/>
                </a:lnTo>
                <a:cubicBezTo>
                  <a:pt x="1" y="1174"/>
                  <a:pt x="58" y="1231"/>
                  <a:pt x="128" y="1231"/>
                </a:cubicBezTo>
                <a:lnTo>
                  <a:pt x="605" y="1231"/>
                </a:lnTo>
                <a:lnTo>
                  <a:pt x="605" y="1708"/>
                </a:lnTo>
                <a:cubicBezTo>
                  <a:pt x="605" y="1779"/>
                  <a:pt x="663" y="1835"/>
                  <a:pt x="732" y="1835"/>
                </a:cubicBezTo>
                <a:lnTo>
                  <a:pt x="1104" y="1835"/>
                </a:lnTo>
                <a:cubicBezTo>
                  <a:pt x="1176" y="1835"/>
                  <a:pt x="1232" y="1778"/>
                  <a:pt x="1232" y="1708"/>
                </a:cubicBezTo>
                <a:lnTo>
                  <a:pt x="1232" y="1231"/>
                </a:lnTo>
                <a:lnTo>
                  <a:pt x="1709" y="1231"/>
                </a:lnTo>
                <a:cubicBezTo>
                  <a:pt x="1779" y="1231"/>
                  <a:pt x="1836" y="1173"/>
                  <a:pt x="1836" y="1104"/>
                </a:cubicBezTo>
                <a:lnTo>
                  <a:pt x="1836" y="732"/>
                </a:lnTo>
                <a:cubicBezTo>
                  <a:pt x="1836" y="660"/>
                  <a:pt x="1778" y="604"/>
                  <a:pt x="1709" y="604"/>
                </a:cubicBezTo>
                <a:lnTo>
                  <a:pt x="1232" y="604"/>
                </a:lnTo>
                <a:lnTo>
                  <a:pt x="1232" y="127"/>
                </a:lnTo>
                <a:cubicBezTo>
                  <a:pt x="1232" y="56"/>
                  <a:pt x="1174" y="0"/>
                  <a:pt x="1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6" name="Google Shape;326;p9"/>
          <p:cNvGrpSpPr/>
          <p:nvPr/>
        </p:nvGrpSpPr>
        <p:grpSpPr>
          <a:xfrm>
            <a:off x="-400430" y="164206"/>
            <a:ext cx="916519" cy="1018144"/>
            <a:chOff x="4190730" y="1208675"/>
            <a:chExt cx="137025" cy="151575"/>
          </a:xfrm>
        </p:grpSpPr>
        <p:sp>
          <p:nvSpPr>
            <p:cNvPr id="327" name="Google Shape;327;p9"/>
            <p:cNvSpPr/>
            <p:nvPr/>
          </p:nvSpPr>
          <p:spPr>
            <a:xfrm>
              <a:off x="4190730" y="1213375"/>
              <a:ext cx="128000" cy="146875"/>
            </a:xfrm>
            <a:custGeom>
              <a:avLst/>
              <a:gdLst/>
              <a:ahLst/>
              <a:cxnLst/>
              <a:rect l="l" t="t" r="r" b="b"/>
              <a:pathLst>
                <a:path w="5120" h="5875" extrusionOk="0">
                  <a:moveTo>
                    <a:pt x="3208" y="5875"/>
                  </a:moveTo>
                  <a:lnTo>
                    <a:pt x="0" y="4517"/>
                  </a:lnTo>
                  <a:lnTo>
                    <a:pt x="1912" y="1"/>
                  </a:lnTo>
                  <a:lnTo>
                    <a:pt x="5119" y="135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4239455" y="1270975"/>
              <a:ext cx="61625" cy="56900"/>
            </a:xfrm>
            <a:custGeom>
              <a:avLst/>
              <a:gdLst/>
              <a:ahLst/>
              <a:cxnLst/>
              <a:rect l="l" t="t" r="r" b="b"/>
              <a:pathLst>
                <a:path w="2465" h="2276" extrusionOk="0">
                  <a:moveTo>
                    <a:pt x="721" y="0"/>
                  </a:moveTo>
                  <a:cubicBezTo>
                    <a:pt x="651" y="0"/>
                    <a:pt x="584" y="41"/>
                    <a:pt x="556" y="110"/>
                  </a:cubicBezTo>
                  <a:lnTo>
                    <a:pt x="39" y="1333"/>
                  </a:lnTo>
                  <a:cubicBezTo>
                    <a:pt x="0" y="1424"/>
                    <a:pt x="43" y="1529"/>
                    <a:pt x="134" y="1566"/>
                  </a:cubicBezTo>
                  <a:lnTo>
                    <a:pt x="1808" y="2275"/>
                  </a:lnTo>
                  <a:lnTo>
                    <a:pt x="2464" y="723"/>
                  </a:lnTo>
                  <a:lnTo>
                    <a:pt x="790" y="14"/>
                  </a:lnTo>
                  <a:cubicBezTo>
                    <a:pt x="768" y="5"/>
                    <a:pt x="744" y="0"/>
                    <a:pt x="7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4222380" y="1208675"/>
              <a:ext cx="105375" cy="60075"/>
            </a:xfrm>
            <a:custGeom>
              <a:avLst/>
              <a:gdLst/>
              <a:ahLst/>
              <a:cxnLst/>
              <a:rect l="l" t="t" r="r" b="b"/>
              <a:pathLst>
                <a:path w="4215" h="2403" extrusionOk="0">
                  <a:moveTo>
                    <a:pt x="421" y="1"/>
                  </a:moveTo>
                  <a:cubicBezTo>
                    <a:pt x="355" y="1"/>
                    <a:pt x="293" y="40"/>
                    <a:pt x="266" y="104"/>
                  </a:cubicBezTo>
                  <a:lnTo>
                    <a:pt x="37" y="644"/>
                  </a:lnTo>
                  <a:cubicBezTo>
                    <a:pt x="1" y="730"/>
                    <a:pt x="41" y="828"/>
                    <a:pt x="127" y="865"/>
                  </a:cubicBezTo>
                  <a:lnTo>
                    <a:pt x="3730" y="2389"/>
                  </a:lnTo>
                  <a:cubicBezTo>
                    <a:pt x="3751" y="2398"/>
                    <a:pt x="3773" y="2402"/>
                    <a:pt x="3795" y="2402"/>
                  </a:cubicBezTo>
                  <a:cubicBezTo>
                    <a:pt x="3860" y="2402"/>
                    <a:pt x="3923" y="2363"/>
                    <a:pt x="3951" y="2299"/>
                  </a:cubicBezTo>
                  <a:lnTo>
                    <a:pt x="4179" y="1759"/>
                  </a:lnTo>
                  <a:cubicBezTo>
                    <a:pt x="4215" y="1673"/>
                    <a:pt x="4175" y="1575"/>
                    <a:pt x="4090" y="1538"/>
                  </a:cubicBezTo>
                  <a:lnTo>
                    <a:pt x="486" y="14"/>
                  </a:lnTo>
                  <a:cubicBezTo>
                    <a:pt x="465" y="5"/>
                    <a:pt x="443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4255605" y="1284725"/>
              <a:ext cx="29900" cy="29400"/>
            </a:xfrm>
            <a:custGeom>
              <a:avLst/>
              <a:gdLst/>
              <a:ahLst/>
              <a:cxnLst/>
              <a:rect l="l" t="t" r="r" b="b"/>
              <a:pathLst>
                <a:path w="1196" h="1176" extrusionOk="0">
                  <a:moveTo>
                    <a:pt x="684" y="1"/>
                  </a:moveTo>
                  <a:cubicBezTo>
                    <a:pt x="653" y="1"/>
                    <a:pt x="623" y="19"/>
                    <a:pt x="611" y="50"/>
                  </a:cubicBezTo>
                  <a:lnTo>
                    <a:pt x="493" y="329"/>
                  </a:lnTo>
                  <a:lnTo>
                    <a:pt x="215" y="211"/>
                  </a:lnTo>
                  <a:cubicBezTo>
                    <a:pt x="205" y="207"/>
                    <a:pt x="194" y="205"/>
                    <a:pt x="184" y="205"/>
                  </a:cubicBezTo>
                  <a:cubicBezTo>
                    <a:pt x="152" y="205"/>
                    <a:pt x="122" y="223"/>
                    <a:pt x="109" y="254"/>
                  </a:cubicBezTo>
                  <a:lnTo>
                    <a:pt x="17" y="470"/>
                  </a:lnTo>
                  <a:cubicBezTo>
                    <a:pt x="0" y="511"/>
                    <a:pt x="18" y="557"/>
                    <a:pt x="60" y="576"/>
                  </a:cubicBezTo>
                  <a:lnTo>
                    <a:pt x="338" y="693"/>
                  </a:lnTo>
                  <a:lnTo>
                    <a:pt x="220" y="971"/>
                  </a:lnTo>
                  <a:cubicBezTo>
                    <a:pt x="203" y="1013"/>
                    <a:pt x="221" y="1059"/>
                    <a:pt x="263" y="1077"/>
                  </a:cubicBezTo>
                  <a:lnTo>
                    <a:pt x="479" y="1169"/>
                  </a:lnTo>
                  <a:cubicBezTo>
                    <a:pt x="490" y="1174"/>
                    <a:pt x="501" y="1176"/>
                    <a:pt x="511" y="1176"/>
                  </a:cubicBezTo>
                  <a:cubicBezTo>
                    <a:pt x="543" y="1176"/>
                    <a:pt x="572" y="1158"/>
                    <a:pt x="585" y="1126"/>
                  </a:cubicBezTo>
                  <a:lnTo>
                    <a:pt x="703" y="848"/>
                  </a:lnTo>
                  <a:lnTo>
                    <a:pt x="981" y="966"/>
                  </a:lnTo>
                  <a:cubicBezTo>
                    <a:pt x="991" y="970"/>
                    <a:pt x="1002" y="972"/>
                    <a:pt x="1013" y="972"/>
                  </a:cubicBezTo>
                  <a:cubicBezTo>
                    <a:pt x="1044" y="972"/>
                    <a:pt x="1074" y="954"/>
                    <a:pt x="1087" y="923"/>
                  </a:cubicBezTo>
                  <a:lnTo>
                    <a:pt x="1179" y="706"/>
                  </a:lnTo>
                  <a:cubicBezTo>
                    <a:pt x="1196" y="665"/>
                    <a:pt x="1178" y="618"/>
                    <a:pt x="1136" y="601"/>
                  </a:cubicBezTo>
                  <a:lnTo>
                    <a:pt x="858" y="484"/>
                  </a:lnTo>
                  <a:lnTo>
                    <a:pt x="975" y="206"/>
                  </a:lnTo>
                  <a:cubicBezTo>
                    <a:pt x="993" y="164"/>
                    <a:pt x="974" y="117"/>
                    <a:pt x="933" y="100"/>
                  </a:cubicBezTo>
                  <a:lnTo>
                    <a:pt x="716" y="8"/>
                  </a:lnTo>
                  <a:cubicBezTo>
                    <a:pt x="705" y="3"/>
                    <a:pt x="694" y="1"/>
                    <a:pt x="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9"/>
          <p:cNvGrpSpPr/>
          <p:nvPr/>
        </p:nvGrpSpPr>
        <p:grpSpPr>
          <a:xfrm flipH="1">
            <a:off x="8719990" y="3937701"/>
            <a:ext cx="799183" cy="1018146"/>
            <a:chOff x="169350" y="2321125"/>
            <a:chExt cx="114050" cy="145300"/>
          </a:xfrm>
        </p:grpSpPr>
        <p:sp>
          <p:nvSpPr>
            <p:cNvPr id="332" name="Google Shape;332;p9"/>
            <p:cNvSpPr/>
            <p:nvPr/>
          </p:nvSpPr>
          <p:spPr>
            <a:xfrm>
              <a:off x="169350" y="2333050"/>
              <a:ext cx="112050" cy="133375"/>
            </a:xfrm>
            <a:custGeom>
              <a:avLst/>
              <a:gdLst/>
              <a:ahLst/>
              <a:cxnLst/>
              <a:rect l="l" t="t" r="r" b="b"/>
              <a:pathLst>
                <a:path w="4482" h="5335" extrusionOk="0">
                  <a:moveTo>
                    <a:pt x="2262" y="1"/>
                  </a:moveTo>
                  <a:lnTo>
                    <a:pt x="2057" y="560"/>
                  </a:lnTo>
                  <a:cubicBezTo>
                    <a:pt x="1595" y="582"/>
                    <a:pt x="1170" y="875"/>
                    <a:pt x="1001" y="1336"/>
                  </a:cubicBezTo>
                  <a:lnTo>
                    <a:pt x="73" y="3871"/>
                  </a:lnTo>
                  <a:cubicBezTo>
                    <a:pt x="1" y="4068"/>
                    <a:pt x="102" y="4289"/>
                    <a:pt x="300" y="4360"/>
                  </a:cubicBezTo>
                  <a:lnTo>
                    <a:pt x="2895" y="5311"/>
                  </a:lnTo>
                  <a:cubicBezTo>
                    <a:pt x="2938" y="5327"/>
                    <a:pt x="2982" y="5334"/>
                    <a:pt x="3025" y="5334"/>
                  </a:cubicBezTo>
                  <a:cubicBezTo>
                    <a:pt x="3181" y="5334"/>
                    <a:pt x="3328" y="5238"/>
                    <a:pt x="3385" y="5083"/>
                  </a:cubicBezTo>
                  <a:lnTo>
                    <a:pt x="4312" y="2549"/>
                  </a:lnTo>
                  <a:cubicBezTo>
                    <a:pt x="4481" y="2083"/>
                    <a:pt x="4343" y="1584"/>
                    <a:pt x="4001" y="1269"/>
                  </a:cubicBezTo>
                  <a:lnTo>
                    <a:pt x="4205" y="712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179375" y="2370500"/>
              <a:ext cx="96275" cy="67100"/>
            </a:xfrm>
            <a:custGeom>
              <a:avLst/>
              <a:gdLst/>
              <a:ahLst/>
              <a:cxnLst/>
              <a:rect l="l" t="t" r="r" b="b"/>
              <a:pathLst>
                <a:path w="3851" h="2684" extrusionOk="0">
                  <a:moveTo>
                    <a:pt x="3312" y="2684"/>
                  </a:moveTo>
                  <a:lnTo>
                    <a:pt x="1" y="1471"/>
                  </a:lnTo>
                  <a:lnTo>
                    <a:pt x="539" y="0"/>
                  </a:lnTo>
                  <a:lnTo>
                    <a:pt x="3850" y="121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218175" y="2321125"/>
              <a:ext cx="65225" cy="36950"/>
            </a:xfrm>
            <a:custGeom>
              <a:avLst/>
              <a:gdLst/>
              <a:ahLst/>
              <a:cxnLst/>
              <a:rect l="l" t="t" r="r" b="b"/>
              <a:pathLst>
                <a:path w="2609" h="1478" extrusionOk="0">
                  <a:moveTo>
                    <a:pt x="2386" y="1478"/>
                  </a:moveTo>
                  <a:lnTo>
                    <a:pt x="1" y="605"/>
                  </a:lnTo>
                  <a:lnTo>
                    <a:pt x="223" y="1"/>
                  </a:lnTo>
                  <a:lnTo>
                    <a:pt x="2608" y="8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●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○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sap Medium"/>
              <a:buChar char="■"/>
              <a:defRPr sz="1200">
                <a:solidFill>
                  <a:schemeClr val="accent1"/>
                </a:solidFill>
                <a:latin typeface="Asap Medium"/>
                <a:ea typeface="Asap Medium"/>
                <a:cs typeface="Asap Medium"/>
                <a:sym typeface="Asap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29"/>
          <p:cNvSpPr txBox="1">
            <a:spLocks noGrp="1"/>
          </p:cNvSpPr>
          <p:nvPr>
            <p:ph type="ctrTitle"/>
          </p:nvPr>
        </p:nvSpPr>
        <p:spPr>
          <a:xfrm>
            <a:off x="2062988" y="1206475"/>
            <a:ext cx="5017800" cy="215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Case study </a:t>
            </a:r>
            <a:br>
              <a:rPr lang="en" sz="5400" dirty="0"/>
            </a:br>
            <a:r>
              <a:rPr lang="en" sz="5400" dirty="0"/>
              <a:t>Trauma</a:t>
            </a:r>
            <a:endParaRPr sz="5400" dirty="0"/>
          </a:p>
        </p:txBody>
      </p:sp>
      <p:sp>
        <p:nvSpPr>
          <p:cNvPr id="954" name="Google Shape;954;p29"/>
          <p:cNvSpPr/>
          <p:nvPr/>
        </p:nvSpPr>
        <p:spPr>
          <a:xfrm>
            <a:off x="-1793975" y="3979879"/>
            <a:ext cx="3833709" cy="3833709"/>
          </a:xfrm>
          <a:custGeom>
            <a:avLst/>
            <a:gdLst/>
            <a:ahLst/>
            <a:cxnLst/>
            <a:rect l="l" t="t" r="r" b="b"/>
            <a:pathLst>
              <a:path w="26719" h="26719" extrusionOk="0">
                <a:moveTo>
                  <a:pt x="13359" y="1"/>
                </a:moveTo>
                <a:cubicBezTo>
                  <a:pt x="9817" y="1"/>
                  <a:pt x="6419" y="1408"/>
                  <a:pt x="3913" y="3913"/>
                </a:cubicBezTo>
                <a:cubicBezTo>
                  <a:pt x="1408" y="6419"/>
                  <a:pt x="0" y="9817"/>
                  <a:pt x="0" y="13360"/>
                </a:cubicBezTo>
                <a:cubicBezTo>
                  <a:pt x="0" y="16903"/>
                  <a:pt x="1408" y="20301"/>
                  <a:pt x="3913" y="22806"/>
                </a:cubicBezTo>
                <a:cubicBezTo>
                  <a:pt x="6419" y="25311"/>
                  <a:pt x="9817" y="26719"/>
                  <a:pt x="13359" y="26719"/>
                </a:cubicBezTo>
                <a:cubicBezTo>
                  <a:pt x="16903" y="26719"/>
                  <a:pt x="20301" y="25311"/>
                  <a:pt x="22806" y="22806"/>
                </a:cubicBezTo>
                <a:cubicBezTo>
                  <a:pt x="25311" y="20301"/>
                  <a:pt x="26718" y="16903"/>
                  <a:pt x="26718" y="13360"/>
                </a:cubicBezTo>
                <a:cubicBezTo>
                  <a:pt x="26718" y="9817"/>
                  <a:pt x="25311" y="6419"/>
                  <a:pt x="22806" y="3913"/>
                </a:cubicBezTo>
                <a:cubicBezTo>
                  <a:pt x="20301" y="1408"/>
                  <a:pt x="16903" y="1"/>
                  <a:pt x="1335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29"/>
          <p:cNvSpPr/>
          <p:nvPr/>
        </p:nvSpPr>
        <p:spPr>
          <a:xfrm>
            <a:off x="7971621" y="-1400175"/>
            <a:ext cx="2239188" cy="2239188"/>
          </a:xfrm>
          <a:custGeom>
            <a:avLst/>
            <a:gdLst/>
            <a:ahLst/>
            <a:cxnLst/>
            <a:rect l="l" t="t" r="r" b="b"/>
            <a:pathLst>
              <a:path w="15606" h="15606" extrusionOk="0">
                <a:moveTo>
                  <a:pt x="7803" y="0"/>
                </a:moveTo>
                <a:cubicBezTo>
                  <a:pt x="5734" y="0"/>
                  <a:pt x="3749" y="822"/>
                  <a:pt x="2286" y="2285"/>
                </a:cubicBezTo>
                <a:cubicBezTo>
                  <a:pt x="823" y="3748"/>
                  <a:pt x="1" y="5733"/>
                  <a:pt x="1" y="7803"/>
                </a:cubicBezTo>
                <a:cubicBezTo>
                  <a:pt x="1" y="9873"/>
                  <a:pt x="823" y="11857"/>
                  <a:pt x="2286" y="13320"/>
                </a:cubicBezTo>
                <a:cubicBezTo>
                  <a:pt x="3749" y="14783"/>
                  <a:pt x="5734" y="15606"/>
                  <a:pt x="7803" y="15606"/>
                </a:cubicBezTo>
                <a:cubicBezTo>
                  <a:pt x="9873" y="15606"/>
                  <a:pt x="11857" y="14783"/>
                  <a:pt x="13320" y="13320"/>
                </a:cubicBezTo>
                <a:cubicBezTo>
                  <a:pt x="14783" y="11857"/>
                  <a:pt x="15606" y="9873"/>
                  <a:pt x="15606" y="7803"/>
                </a:cubicBezTo>
                <a:cubicBezTo>
                  <a:pt x="15606" y="5733"/>
                  <a:pt x="14783" y="3748"/>
                  <a:pt x="13320" y="2285"/>
                </a:cubicBezTo>
                <a:cubicBezTo>
                  <a:pt x="11857" y="822"/>
                  <a:pt x="9873" y="0"/>
                  <a:pt x="78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6" name="Google Shape;956;p29"/>
          <p:cNvGrpSpPr/>
          <p:nvPr/>
        </p:nvGrpSpPr>
        <p:grpSpPr>
          <a:xfrm>
            <a:off x="314702" y="367949"/>
            <a:ext cx="800803" cy="1017729"/>
            <a:chOff x="5770300" y="1624450"/>
            <a:chExt cx="115800" cy="145600"/>
          </a:xfrm>
        </p:grpSpPr>
        <p:sp>
          <p:nvSpPr>
            <p:cNvPr id="957" name="Google Shape;957;p29"/>
            <p:cNvSpPr/>
            <p:nvPr/>
          </p:nvSpPr>
          <p:spPr>
            <a:xfrm>
              <a:off x="5772950" y="1636375"/>
              <a:ext cx="113150" cy="133675"/>
            </a:xfrm>
            <a:custGeom>
              <a:avLst/>
              <a:gdLst/>
              <a:ahLst/>
              <a:cxnLst/>
              <a:rect l="l" t="t" r="r" b="b"/>
              <a:pathLst>
                <a:path w="4526" h="5347" extrusionOk="0">
                  <a:moveTo>
                    <a:pt x="2188" y="0"/>
                  </a:moveTo>
                  <a:lnTo>
                    <a:pt x="257" y="749"/>
                  </a:lnTo>
                  <a:lnTo>
                    <a:pt x="465" y="1284"/>
                  </a:lnTo>
                  <a:lnTo>
                    <a:pt x="513" y="1266"/>
                  </a:lnTo>
                  <a:lnTo>
                    <a:pt x="513" y="1266"/>
                  </a:lnTo>
                  <a:cubicBezTo>
                    <a:pt x="146" y="1584"/>
                    <a:pt x="1" y="2109"/>
                    <a:pt x="186" y="2586"/>
                  </a:cubicBezTo>
                  <a:lnTo>
                    <a:pt x="1161" y="5103"/>
                  </a:lnTo>
                  <a:cubicBezTo>
                    <a:pt x="1219" y="5254"/>
                    <a:pt x="1364" y="5347"/>
                    <a:pt x="1516" y="5347"/>
                  </a:cubicBezTo>
                  <a:cubicBezTo>
                    <a:pt x="1562" y="5347"/>
                    <a:pt x="1609" y="5338"/>
                    <a:pt x="1654" y="5320"/>
                  </a:cubicBezTo>
                  <a:lnTo>
                    <a:pt x="4232" y="4320"/>
                  </a:lnTo>
                  <a:cubicBezTo>
                    <a:pt x="4429" y="4245"/>
                    <a:pt x="4526" y="4025"/>
                    <a:pt x="4450" y="3828"/>
                  </a:cubicBezTo>
                  <a:lnTo>
                    <a:pt x="3475" y="1313"/>
                  </a:lnTo>
                  <a:cubicBezTo>
                    <a:pt x="3292" y="844"/>
                    <a:pt x="2847" y="557"/>
                    <a:pt x="2373" y="557"/>
                  </a:cubicBezTo>
                  <a:cubicBezTo>
                    <a:pt x="2363" y="557"/>
                    <a:pt x="2352" y="557"/>
                    <a:pt x="2342" y="557"/>
                  </a:cubicBezTo>
                  <a:lnTo>
                    <a:pt x="2395" y="535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9"/>
            <p:cNvSpPr/>
            <p:nvPr/>
          </p:nvSpPr>
          <p:spPr>
            <a:xfrm>
              <a:off x="5779125" y="1673225"/>
              <a:ext cx="96400" cy="68425"/>
            </a:xfrm>
            <a:custGeom>
              <a:avLst/>
              <a:gdLst/>
              <a:ahLst/>
              <a:cxnLst/>
              <a:rect l="l" t="t" r="r" b="b"/>
              <a:pathLst>
                <a:path w="3856" h="2737" extrusionOk="0">
                  <a:moveTo>
                    <a:pt x="567" y="2736"/>
                  </a:moveTo>
                  <a:lnTo>
                    <a:pt x="3855" y="1460"/>
                  </a:lnTo>
                  <a:lnTo>
                    <a:pt x="3290" y="0"/>
                  </a:lnTo>
                  <a:lnTo>
                    <a:pt x="1" y="1276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9"/>
            <p:cNvSpPr/>
            <p:nvPr/>
          </p:nvSpPr>
          <p:spPr>
            <a:xfrm>
              <a:off x="5770300" y="1624450"/>
              <a:ext cx="65075" cy="37975"/>
            </a:xfrm>
            <a:custGeom>
              <a:avLst/>
              <a:gdLst/>
              <a:ahLst/>
              <a:cxnLst/>
              <a:rect l="l" t="t" r="r" b="b"/>
              <a:pathLst>
                <a:path w="2603" h="1519" extrusionOk="0">
                  <a:moveTo>
                    <a:pt x="234" y="1519"/>
                  </a:moveTo>
                  <a:lnTo>
                    <a:pt x="2603" y="601"/>
                  </a:lnTo>
                  <a:lnTo>
                    <a:pt x="2370" y="0"/>
                  </a:lnTo>
                  <a:lnTo>
                    <a:pt x="1" y="919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29"/>
          <p:cNvGrpSpPr/>
          <p:nvPr/>
        </p:nvGrpSpPr>
        <p:grpSpPr>
          <a:xfrm flipH="1">
            <a:off x="280113" y="3936177"/>
            <a:ext cx="933120" cy="837438"/>
            <a:chOff x="-361087" y="3312839"/>
            <a:chExt cx="933120" cy="837438"/>
          </a:xfrm>
        </p:grpSpPr>
        <p:sp>
          <p:nvSpPr>
            <p:cNvPr id="961" name="Google Shape;961;p29"/>
            <p:cNvSpPr/>
            <p:nvPr/>
          </p:nvSpPr>
          <p:spPr>
            <a:xfrm>
              <a:off x="-361087" y="3312839"/>
              <a:ext cx="933120" cy="837438"/>
            </a:xfrm>
            <a:custGeom>
              <a:avLst/>
              <a:gdLst/>
              <a:ahLst/>
              <a:cxnLst/>
              <a:rect l="l" t="t" r="r" b="b"/>
              <a:pathLst>
                <a:path w="6495" h="5829" extrusionOk="0">
                  <a:moveTo>
                    <a:pt x="3781" y="5817"/>
                  </a:moveTo>
                  <a:cubicBezTo>
                    <a:pt x="3801" y="5825"/>
                    <a:pt x="3823" y="5829"/>
                    <a:pt x="3844" y="5824"/>
                  </a:cubicBezTo>
                  <a:lnTo>
                    <a:pt x="3844" y="5824"/>
                  </a:lnTo>
                  <a:cubicBezTo>
                    <a:pt x="3865" y="5821"/>
                    <a:pt x="3886" y="5813"/>
                    <a:pt x="3902" y="5798"/>
                  </a:cubicBezTo>
                  <a:cubicBezTo>
                    <a:pt x="5105" y="4723"/>
                    <a:pt x="5888" y="3711"/>
                    <a:pt x="6231" y="2787"/>
                  </a:cubicBezTo>
                  <a:cubicBezTo>
                    <a:pt x="6494" y="2078"/>
                    <a:pt x="6392" y="1680"/>
                    <a:pt x="6380" y="1639"/>
                  </a:cubicBezTo>
                  <a:cubicBezTo>
                    <a:pt x="6226" y="668"/>
                    <a:pt x="5310" y="0"/>
                    <a:pt x="4340" y="153"/>
                  </a:cubicBezTo>
                  <a:cubicBezTo>
                    <a:pt x="3835" y="233"/>
                    <a:pt x="3383" y="549"/>
                    <a:pt x="3095" y="1024"/>
                  </a:cubicBezTo>
                  <a:lnTo>
                    <a:pt x="3094" y="1025"/>
                  </a:lnTo>
                  <a:lnTo>
                    <a:pt x="3094" y="1025"/>
                  </a:lnTo>
                  <a:cubicBezTo>
                    <a:pt x="3092" y="1025"/>
                    <a:pt x="3092" y="1025"/>
                    <a:pt x="3091" y="1024"/>
                  </a:cubicBezTo>
                  <a:cubicBezTo>
                    <a:pt x="2673" y="658"/>
                    <a:pt x="2144" y="496"/>
                    <a:pt x="1641" y="575"/>
                  </a:cubicBezTo>
                  <a:cubicBezTo>
                    <a:pt x="668" y="727"/>
                    <a:pt x="1" y="1640"/>
                    <a:pt x="151" y="2610"/>
                  </a:cubicBezTo>
                  <a:cubicBezTo>
                    <a:pt x="153" y="2655"/>
                    <a:pt x="175" y="3065"/>
                    <a:pt x="643" y="3661"/>
                  </a:cubicBezTo>
                  <a:cubicBezTo>
                    <a:pt x="1250" y="4437"/>
                    <a:pt x="2306" y="5161"/>
                    <a:pt x="3781" y="581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9"/>
            <p:cNvSpPr/>
            <p:nvPr/>
          </p:nvSpPr>
          <p:spPr>
            <a:xfrm>
              <a:off x="-56364" y="3571876"/>
              <a:ext cx="373392" cy="369800"/>
            </a:xfrm>
            <a:custGeom>
              <a:avLst/>
              <a:gdLst/>
              <a:ahLst/>
              <a:cxnLst/>
              <a:rect l="l" t="t" r="r" b="b"/>
              <a:pathLst>
                <a:path w="2599" h="2574" extrusionOk="0">
                  <a:moveTo>
                    <a:pt x="1380" y="1"/>
                  </a:moveTo>
                  <a:cubicBezTo>
                    <a:pt x="1371" y="1"/>
                    <a:pt x="1362" y="1"/>
                    <a:pt x="1353" y="3"/>
                  </a:cubicBezTo>
                  <a:lnTo>
                    <a:pt x="847" y="84"/>
                  </a:lnTo>
                  <a:cubicBezTo>
                    <a:pt x="752" y="99"/>
                    <a:pt x="688" y="189"/>
                    <a:pt x="703" y="283"/>
                  </a:cubicBezTo>
                  <a:lnTo>
                    <a:pt x="807" y="930"/>
                  </a:lnTo>
                  <a:lnTo>
                    <a:pt x="160" y="1035"/>
                  </a:lnTo>
                  <a:cubicBezTo>
                    <a:pt x="65" y="1050"/>
                    <a:pt x="1" y="1139"/>
                    <a:pt x="16" y="1234"/>
                  </a:cubicBezTo>
                  <a:lnTo>
                    <a:pt x="97" y="1740"/>
                  </a:lnTo>
                  <a:cubicBezTo>
                    <a:pt x="110" y="1825"/>
                    <a:pt x="185" y="1886"/>
                    <a:pt x="270" y="1886"/>
                  </a:cubicBezTo>
                  <a:cubicBezTo>
                    <a:pt x="279" y="1886"/>
                    <a:pt x="287" y="1886"/>
                    <a:pt x="296" y="1884"/>
                  </a:cubicBezTo>
                  <a:lnTo>
                    <a:pt x="943" y="1779"/>
                  </a:lnTo>
                  <a:lnTo>
                    <a:pt x="1048" y="2427"/>
                  </a:lnTo>
                  <a:cubicBezTo>
                    <a:pt x="1061" y="2512"/>
                    <a:pt x="1135" y="2573"/>
                    <a:pt x="1219" y="2573"/>
                  </a:cubicBezTo>
                  <a:cubicBezTo>
                    <a:pt x="1229" y="2573"/>
                    <a:pt x="1238" y="2572"/>
                    <a:pt x="1247" y="2571"/>
                  </a:cubicBezTo>
                  <a:lnTo>
                    <a:pt x="1752" y="2490"/>
                  </a:lnTo>
                  <a:cubicBezTo>
                    <a:pt x="1847" y="2475"/>
                    <a:pt x="1911" y="2385"/>
                    <a:pt x="1896" y="2291"/>
                  </a:cubicBezTo>
                  <a:lnTo>
                    <a:pt x="1792" y="1644"/>
                  </a:lnTo>
                  <a:lnTo>
                    <a:pt x="2440" y="1539"/>
                  </a:lnTo>
                  <a:cubicBezTo>
                    <a:pt x="2535" y="1524"/>
                    <a:pt x="2599" y="1435"/>
                    <a:pt x="2584" y="1340"/>
                  </a:cubicBezTo>
                  <a:lnTo>
                    <a:pt x="2503" y="834"/>
                  </a:lnTo>
                  <a:cubicBezTo>
                    <a:pt x="2489" y="748"/>
                    <a:pt x="2414" y="688"/>
                    <a:pt x="2329" y="688"/>
                  </a:cubicBezTo>
                  <a:cubicBezTo>
                    <a:pt x="2320" y="688"/>
                    <a:pt x="2311" y="688"/>
                    <a:pt x="2303" y="690"/>
                  </a:cubicBezTo>
                  <a:lnTo>
                    <a:pt x="1656" y="794"/>
                  </a:lnTo>
                  <a:lnTo>
                    <a:pt x="1552" y="147"/>
                  </a:lnTo>
                  <a:cubicBezTo>
                    <a:pt x="1538" y="61"/>
                    <a:pt x="1464" y="1"/>
                    <a:pt x="13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3" name="Google Shape;963;p29"/>
          <p:cNvGrpSpPr/>
          <p:nvPr/>
        </p:nvGrpSpPr>
        <p:grpSpPr>
          <a:xfrm flipH="1">
            <a:off x="8134067" y="3774449"/>
            <a:ext cx="733694" cy="1051070"/>
            <a:chOff x="8681908" y="880369"/>
            <a:chExt cx="703109" cy="1007254"/>
          </a:xfrm>
        </p:grpSpPr>
        <p:sp>
          <p:nvSpPr>
            <p:cNvPr id="964" name="Google Shape;964;p29"/>
            <p:cNvSpPr/>
            <p:nvPr/>
          </p:nvSpPr>
          <p:spPr>
            <a:xfrm>
              <a:off x="8681908" y="987690"/>
              <a:ext cx="703109" cy="899933"/>
            </a:xfrm>
            <a:custGeom>
              <a:avLst/>
              <a:gdLst/>
              <a:ahLst/>
              <a:cxnLst/>
              <a:rect l="l" t="t" r="r" b="b"/>
              <a:pathLst>
                <a:path w="4894" h="6264" extrusionOk="0">
                  <a:moveTo>
                    <a:pt x="2054" y="542"/>
                  </a:moveTo>
                  <a:cubicBezTo>
                    <a:pt x="2162" y="534"/>
                    <a:pt x="2256" y="462"/>
                    <a:pt x="2284" y="357"/>
                  </a:cubicBezTo>
                  <a:lnTo>
                    <a:pt x="2377" y="1"/>
                  </a:lnTo>
                  <a:lnTo>
                    <a:pt x="4249" y="494"/>
                  </a:lnTo>
                  <a:lnTo>
                    <a:pt x="4156" y="850"/>
                  </a:lnTo>
                  <a:cubicBezTo>
                    <a:pt x="4128" y="956"/>
                    <a:pt x="4173" y="1064"/>
                    <a:pt x="4264" y="1124"/>
                  </a:cubicBezTo>
                  <a:cubicBezTo>
                    <a:pt x="4680" y="1398"/>
                    <a:pt x="4894" y="1916"/>
                    <a:pt x="4760" y="2424"/>
                  </a:cubicBezTo>
                  <a:lnTo>
                    <a:pt x="3835" y="5932"/>
                  </a:lnTo>
                  <a:cubicBezTo>
                    <a:pt x="3780" y="6139"/>
                    <a:pt x="3567" y="6263"/>
                    <a:pt x="3359" y="6209"/>
                  </a:cubicBezTo>
                  <a:lnTo>
                    <a:pt x="332" y="5411"/>
                  </a:lnTo>
                  <a:cubicBezTo>
                    <a:pt x="124" y="5355"/>
                    <a:pt x="0" y="5143"/>
                    <a:pt x="55" y="4935"/>
                  </a:cubicBezTo>
                  <a:lnTo>
                    <a:pt x="980" y="1428"/>
                  </a:lnTo>
                  <a:cubicBezTo>
                    <a:pt x="1115" y="921"/>
                    <a:pt x="1558" y="576"/>
                    <a:pt x="2054" y="54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9"/>
            <p:cNvSpPr/>
            <p:nvPr/>
          </p:nvSpPr>
          <p:spPr>
            <a:xfrm>
              <a:off x="8963213" y="880369"/>
              <a:ext cx="408303" cy="217656"/>
            </a:xfrm>
            <a:custGeom>
              <a:avLst/>
              <a:gdLst/>
              <a:ahLst/>
              <a:cxnLst/>
              <a:rect l="l" t="t" r="r" b="b"/>
              <a:pathLst>
                <a:path w="2842" h="1515" extrusionOk="0">
                  <a:moveTo>
                    <a:pt x="217" y="0"/>
                  </a:moveTo>
                  <a:lnTo>
                    <a:pt x="1" y="823"/>
                  </a:lnTo>
                  <a:lnTo>
                    <a:pt x="2624" y="1515"/>
                  </a:lnTo>
                  <a:lnTo>
                    <a:pt x="2841" y="692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9"/>
            <p:cNvSpPr/>
            <p:nvPr/>
          </p:nvSpPr>
          <p:spPr>
            <a:xfrm>
              <a:off x="8732480" y="1251036"/>
              <a:ext cx="452265" cy="377846"/>
            </a:xfrm>
            <a:custGeom>
              <a:avLst/>
              <a:gdLst/>
              <a:ahLst/>
              <a:cxnLst/>
              <a:rect l="l" t="t" r="r" b="b"/>
              <a:pathLst>
                <a:path w="3148" h="2630" extrusionOk="0">
                  <a:moveTo>
                    <a:pt x="525" y="1"/>
                  </a:moveTo>
                  <a:lnTo>
                    <a:pt x="0" y="1990"/>
                  </a:lnTo>
                  <a:lnTo>
                    <a:pt x="2389" y="2620"/>
                  </a:lnTo>
                  <a:cubicBezTo>
                    <a:pt x="2412" y="2626"/>
                    <a:pt x="2435" y="2629"/>
                    <a:pt x="2458" y="2629"/>
                  </a:cubicBezTo>
                  <a:cubicBezTo>
                    <a:pt x="2581" y="2629"/>
                    <a:pt x="2693" y="2547"/>
                    <a:pt x="2725" y="2424"/>
                  </a:cubicBezTo>
                  <a:lnTo>
                    <a:pt x="3109" y="968"/>
                  </a:lnTo>
                  <a:cubicBezTo>
                    <a:pt x="3148" y="820"/>
                    <a:pt x="3060" y="669"/>
                    <a:pt x="2913" y="631"/>
                  </a:cubicBezTo>
                  <a:lnTo>
                    <a:pt x="5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9"/>
            <p:cNvSpPr/>
            <p:nvPr/>
          </p:nvSpPr>
          <p:spPr>
            <a:xfrm>
              <a:off x="8841238" y="1336233"/>
              <a:ext cx="208174" cy="208031"/>
            </a:xfrm>
            <a:custGeom>
              <a:avLst/>
              <a:gdLst/>
              <a:ahLst/>
              <a:cxnLst/>
              <a:rect l="l" t="t" r="r" b="b"/>
              <a:pathLst>
                <a:path w="1449" h="1448" extrusionOk="0">
                  <a:moveTo>
                    <a:pt x="206" y="341"/>
                  </a:moveTo>
                  <a:lnTo>
                    <a:pt x="556" y="434"/>
                  </a:lnTo>
                  <a:lnTo>
                    <a:pt x="648" y="83"/>
                  </a:lnTo>
                  <a:cubicBezTo>
                    <a:pt x="661" y="30"/>
                    <a:pt x="715" y="1"/>
                    <a:pt x="765" y="14"/>
                  </a:cubicBezTo>
                  <a:lnTo>
                    <a:pt x="1040" y="87"/>
                  </a:lnTo>
                  <a:cubicBezTo>
                    <a:pt x="1091" y="100"/>
                    <a:pt x="1122" y="153"/>
                    <a:pt x="1107" y="205"/>
                  </a:cubicBezTo>
                  <a:lnTo>
                    <a:pt x="1015" y="555"/>
                  </a:lnTo>
                  <a:lnTo>
                    <a:pt x="1366" y="648"/>
                  </a:lnTo>
                  <a:cubicBezTo>
                    <a:pt x="1418" y="660"/>
                    <a:pt x="1449" y="714"/>
                    <a:pt x="1434" y="765"/>
                  </a:cubicBezTo>
                  <a:lnTo>
                    <a:pt x="1362" y="1039"/>
                  </a:lnTo>
                  <a:cubicBezTo>
                    <a:pt x="1348" y="1089"/>
                    <a:pt x="1295" y="1121"/>
                    <a:pt x="1244" y="1108"/>
                  </a:cubicBezTo>
                  <a:lnTo>
                    <a:pt x="894" y="1014"/>
                  </a:lnTo>
                  <a:lnTo>
                    <a:pt x="802" y="1365"/>
                  </a:lnTo>
                  <a:cubicBezTo>
                    <a:pt x="789" y="1418"/>
                    <a:pt x="735" y="1448"/>
                    <a:pt x="684" y="1434"/>
                  </a:cubicBezTo>
                  <a:lnTo>
                    <a:pt x="410" y="1361"/>
                  </a:lnTo>
                  <a:cubicBezTo>
                    <a:pt x="358" y="1348"/>
                    <a:pt x="327" y="1295"/>
                    <a:pt x="342" y="1243"/>
                  </a:cubicBezTo>
                  <a:lnTo>
                    <a:pt x="434" y="894"/>
                  </a:lnTo>
                  <a:lnTo>
                    <a:pt x="84" y="801"/>
                  </a:lnTo>
                  <a:cubicBezTo>
                    <a:pt x="31" y="788"/>
                    <a:pt x="0" y="734"/>
                    <a:pt x="15" y="683"/>
                  </a:cubicBezTo>
                  <a:lnTo>
                    <a:pt x="88" y="409"/>
                  </a:lnTo>
                  <a:cubicBezTo>
                    <a:pt x="101" y="359"/>
                    <a:pt x="153" y="328"/>
                    <a:pt x="206" y="3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8" name="Google Shape;968;p29"/>
          <p:cNvSpPr/>
          <p:nvPr/>
        </p:nvSpPr>
        <p:spPr>
          <a:xfrm>
            <a:off x="2261964" y="4476780"/>
            <a:ext cx="263434" cy="263434"/>
          </a:xfrm>
          <a:custGeom>
            <a:avLst/>
            <a:gdLst/>
            <a:ahLst/>
            <a:cxnLst/>
            <a:rect l="l" t="t" r="r" b="b"/>
            <a:pathLst>
              <a:path w="1836" h="1836" extrusionOk="0">
                <a:moveTo>
                  <a:pt x="732" y="0"/>
                </a:moveTo>
                <a:cubicBezTo>
                  <a:pt x="663" y="0"/>
                  <a:pt x="605" y="56"/>
                  <a:pt x="605" y="128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8" y="605"/>
                  <a:pt x="1" y="660"/>
                  <a:pt x="1" y="732"/>
                </a:cubicBezTo>
                <a:lnTo>
                  <a:pt x="1" y="1104"/>
                </a:lnTo>
                <a:cubicBezTo>
                  <a:pt x="1" y="1174"/>
                  <a:pt x="58" y="1232"/>
                  <a:pt x="128" y="1232"/>
                </a:cubicBez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2" y="1836"/>
                  <a:pt x="732" y="1836"/>
                </a:cubicBezTo>
                <a:lnTo>
                  <a:pt x="1105" y="1836"/>
                </a:lnTo>
                <a:cubicBezTo>
                  <a:pt x="1175" y="1836"/>
                  <a:pt x="1232" y="1780"/>
                  <a:pt x="1232" y="1709"/>
                </a:cubicBezTo>
                <a:lnTo>
                  <a:pt x="1232" y="1232"/>
                </a:lnTo>
                <a:lnTo>
                  <a:pt x="1710" y="1232"/>
                </a:lnTo>
                <a:cubicBezTo>
                  <a:pt x="1779" y="1232"/>
                  <a:pt x="1836" y="1176"/>
                  <a:pt x="1836" y="1104"/>
                </a:cubicBezTo>
                <a:lnTo>
                  <a:pt x="1836" y="732"/>
                </a:lnTo>
                <a:cubicBezTo>
                  <a:pt x="1836" y="663"/>
                  <a:pt x="1780" y="605"/>
                  <a:pt x="1710" y="605"/>
                </a:cubicBezTo>
                <a:lnTo>
                  <a:pt x="1232" y="605"/>
                </a:lnTo>
                <a:lnTo>
                  <a:pt x="1232" y="128"/>
                </a:lnTo>
                <a:cubicBezTo>
                  <a:pt x="1232" y="58"/>
                  <a:pt x="1176" y="0"/>
                  <a:pt x="11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9" name="Google Shape;969;p29"/>
          <p:cNvGrpSpPr/>
          <p:nvPr/>
        </p:nvGrpSpPr>
        <p:grpSpPr>
          <a:xfrm flipH="1">
            <a:off x="8078398" y="385762"/>
            <a:ext cx="845031" cy="1018146"/>
            <a:chOff x="1713650" y="2716650"/>
            <a:chExt cx="139375" cy="167925"/>
          </a:xfrm>
        </p:grpSpPr>
        <p:sp>
          <p:nvSpPr>
            <p:cNvPr id="970" name="Google Shape;970;p29"/>
            <p:cNvSpPr/>
            <p:nvPr/>
          </p:nvSpPr>
          <p:spPr>
            <a:xfrm>
              <a:off x="1713650" y="2716650"/>
              <a:ext cx="139375" cy="167925"/>
            </a:xfrm>
            <a:custGeom>
              <a:avLst/>
              <a:gdLst/>
              <a:ahLst/>
              <a:cxnLst/>
              <a:rect l="l" t="t" r="r" b="b"/>
              <a:pathLst>
                <a:path w="5575" h="6717" extrusionOk="0">
                  <a:moveTo>
                    <a:pt x="5522" y="5489"/>
                  </a:moveTo>
                  <a:lnTo>
                    <a:pt x="1883" y="6704"/>
                  </a:lnTo>
                  <a:cubicBezTo>
                    <a:pt x="1848" y="6717"/>
                    <a:pt x="1810" y="6698"/>
                    <a:pt x="1800" y="6663"/>
                  </a:cubicBezTo>
                  <a:lnTo>
                    <a:pt x="13" y="1311"/>
                  </a:lnTo>
                  <a:cubicBezTo>
                    <a:pt x="1" y="1276"/>
                    <a:pt x="19" y="1239"/>
                    <a:pt x="54" y="1228"/>
                  </a:cubicBezTo>
                  <a:lnTo>
                    <a:pt x="3693" y="13"/>
                  </a:lnTo>
                  <a:cubicBezTo>
                    <a:pt x="3728" y="1"/>
                    <a:pt x="3766" y="19"/>
                    <a:pt x="3776" y="54"/>
                  </a:cubicBezTo>
                  <a:lnTo>
                    <a:pt x="5564" y="5407"/>
                  </a:lnTo>
                  <a:cubicBezTo>
                    <a:pt x="5574" y="5441"/>
                    <a:pt x="5556" y="5478"/>
                    <a:pt x="5522" y="548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9"/>
            <p:cNvSpPr/>
            <p:nvPr/>
          </p:nvSpPr>
          <p:spPr>
            <a:xfrm>
              <a:off x="1723625" y="2725750"/>
              <a:ext cx="117950" cy="144775"/>
            </a:xfrm>
            <a:custGeom>
              <a:avLst/>
              <a:gdLst/>
              <a:ahLst/>
              <a:cxnLst/>
              <a:rect l="l" t="t" r="r" b="b"/>
              <a:pathLst>
                <a:path w="4718" h="5791" extrusionOk="0">
                  <a:moveTo>
                    <a:pt x="3133" y="1"/>
                  </a:moveTo>
                  <a:lnTo>
                    <a:pt x="1" y="1048"/>
                  </a:lnTo>
                  <a:lnTo>
                    <a:pt x="1585" y="5790"/>
                  </a:lnTo>
                  <a:lnTo>
                    <a:pt x="4718" y="4744"/>
                  </a:lnTo>
                  <a:lnTo>
                    <a:pt x="313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9"/>
            <p:cNvSpPr/>
            <p:nvPr/>
          </p:nvSpPr>
          <p:spPr>
            <a:xfrm>
              <a:off x="1737875" y="2719725"/>
              <a:ext cx="48250" cy="30950"/>
            </a:xfrm>
            <a:custGeom>
              <a:avLst/>
              <a:gdLst/>
              <a:ahLst/>
              <a:cxnLst/>
              <a:rect l="l" t="t" r="r" b="b"/>
              <a:pathLst>
                <a:path w="1930" h="1238" extrusionOk="0">
                  <a:moveTo>
                    <a:pt x="971" y="61"/>
                  </a:moveTo>
                  <a:cubicBezTo>
                    <a:pt x="976" y="61"/>
                    <a:pt x="979" y="63"/>
                    <a:pt x="981" y="65"/>
                  </a:cubicBezTo>
                  <a:cubicBezTo>
                    <a:pt x="984" y="66"/>
                    <a:pt x="989" y="71"/>
                    <a:pt x="989" y="80"/>
                  </a:cubicBezTo>
                  <a:cubicBezTo>
                    <a:pt x="991" y="122"/>
                    <a:pt x="1012" y="157"/>
                    <a:pt x="1047" y="181"/>
                  </a:cubicBezTo>
                  <a:cubicBezTo>
                    <a:pt x="1069" y="195"/>
                    <a:pt x="1095" y="203"/>
                    <a:pt x="1121" y="203"/>
                  </a:cubicBezTo>
                  <a:cubicBezTo>
                    <a:pt x="1134" y="203"/>
                    <a:pt x="1148" y="201"/>
                    <a:pt x="1161" y="197"/>
                  </a:cubicBezTo>
                  <a:lnTo>
                    <a:pt x="1331" y="140"/>
                  </a:lnTo>
                  <a:cubicBezTo>
                    <a:pt x="1349" y="134"/>
                    <a:pt x="1366" y="131"/>
                    <a:pt x="1384" y="131"/>
                  </a:cubicBezTo>
                  <a:cubicBezTo>
                    <a:pt x="1434" y="131"/>
                    <a:pt x="1483" y="154"/>
                    <a:pt x="1515" y="195"/>
                  </a:cubicBezTo>
                  <a:lnTo>
                    <a:pt x="1537" y="221"/>
                  </a:lnTo>
                  <a:lnTo>
                    <a:pt x="234" y="658"/>
                  </a:lnTo>
                  <a:lnTo>
                    <a:pt x="232" y="621"/>
                  </a:lnTo>
                  <a:cubicBezTo>
                    <a:pt x="235" y="552"/>
                    <a:pt x="280" y="489"/>
                    <a:pt x="347" y="467"/>
                  </a:cubicBezTo>
                  <a:lnTo>
                    <a:pt x="517" y="412"/>
                  </a:lnTo>
                  <a:cubicBezTo>
                    <a:pt x="556" y="398"/>
                    <a:pt x="585" y="369"/>
                    <a:pt x="599" y="329"/>
                  </a:cubicBezTo>
                  <a:cubicBezTo>
                    <a:pt x="612" y="291"/>
                    <a:pt x="606" y="249"/>
                    <a:pt x="584" y="215"/>
                  </a:cubicBezTo>
                  <a:cubicBezTo>
                    <a:pt x="579" y="208"/>
                    <a:pt x="582" y="201"/>
                    <a:pt x="582" y="199"/>
                  </a:cubicBezTo>
                  <a:cubicBezTo>
                    <a:pt x="583" y="196"/>
                    <a:pt x="585" y="189"/>
                    <a:pt x="593" y="187"/>
                  </a:cubicBezTo>
                  <a:lnTo>
                    <a:pt x="964" y="62"/>
                  </a:lnTo>
                  <a:cubicBezTo>
                    <a:pt x="967" y="61"/>
                    <a:pt x="969" y="61"/>
                    <a:pt x="971" y="61"/>
                  </a:cubicBezTo>
                  <a:close/>
                  <a:moveTo>
                    <a:pt x="969" y="1"/>
                  </a:moveTo>
                  <a:cubicBezTo>
                    <a:pt x="960" y="1"/>
                    <a:pt x="952" y="2"/>
                    <a:pt x="943" y="5"/>
                  </a:cubicBezTo>
                  <a:lnTo>
                    <a:pt x="572" y="129"/>
                  </a:lnTo>
                  <a:cubicBezTo>
                    <a:pt x="547" y="138"/>
                    <a:pt x="530" y="155"/>
                    <a:pt x="522" y="178"/>
                  </a:cubicBezTo>
                  <a:cubicBezTo>
                    <a:pt x="514" y="203"/>
                    <a:pt x="517" y="229"/>
                    <a:pt x="531" y="248"/>
                  </a:cubicBezTo>
                  <a:cubicBezTo>
                    <a:pt x="543" y="267"/>
                    <a:pt x="546" y="289"/>
                    <a:pt x="540" y="310"/>
                  </a:cubicBezTo>
                  <a:cubicBezTo>
                    <a:pt x="532" y="330"/>
                    <a:pt x="517" y="346"/>
                    <a:pt x="495" y="353"/>
                  </a:cubicBezTo>
                  <a:lnTo>
                    <a:pt x="326" y="408"/>
                  </a:lnTo>
                  <a:cubicBezTo>
                    <a:pt x="235" y="439"/>
                    <a:pt x="172" y="524"/>
                    <a:pt x="170" y="619"/>
                  </a:cubicBezTo>
                  <a:lnTo>
                    <a:pt x="168" y="675"/>
                  </a:lnTo>
                  <a:lnTo>
                    <a:pt x="1" y="731"/>
                  </a:lnTo>
                  <a:lnTo>
                    <a:pt x="170" y="1237"/>
                  </a:lnTo>
                  <a:lnTo>
                    <a:pt x="1929" y="649"/>
                  </a:lnTo>
                  <a:lnTo>
                    <a:pt x="1763" y="143"/>
                  </a:lnTo>
                  <a:lnTo>
                    <a:pt x="1596" y="199"/>
                  </a:lnTo>
                  <a:lnTo>
                    <a:pt x="1561" y="155"/>
                  </a:lnTo>
                  <a:cubicBezTo>
                    <a:pt x="1517" y="100"/>
                    <a:pt x="1451" y="69"/>
                    <a:pt x="1383" y="69"/>
                  </a:cubicBezTo>
                  <a:cubicBezTo>
                    <a:pt x="1359" y="69"/>
                    <a:pt x="1334" y="73"/>
                    <a:pt x="1310" y="81"/>
                  </a:cubicBezTo>
                  <a:lnTo>
                    <a:pt x="1140" y="138"/>
                  </a:lnTo>
                  <a:cubicBezTo>
                    <a:pt x="1133" y="140"/>
                    <a:pt x="1125" y="141"/>
                    <a:pt x="1118" y="141"/>
                  </a:cubicBezTo>
                  <a:cubicBezTo>
                    <a:pt x="1104" y="141"/>
                    <a:pt x="1091" y="137"/>
                    <a:pt x="1079" y="129"/>
                  </a:cubicBezTo>
                  <a:cubicBezTo>
                    <a:pt x="1060" y="117"/>
                    <a:pt x="1049" y="97"/>
                    <a:pt x="1048" y="76"/>
                  </a:cubicBezTo>
                  <a:cubicBezTo>
                    <a:pt x="1046" y="50"/>
                    <a:pt x="1033" y="29"/>
                    <a:pt x="1013" y="15"/>
                  </a:cubicBezTo>
                  <a:cubicBezTo>
                    <a:pt x="999" y="6"/>
                    <a:pt x="984" y="1"/>
                    <a:pt x="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9"/>
            <p:cNvSpPr/>
            <p:nvPr/>
          </p:nvSpPr>
          <p:spPr>
            <a:xfrm>
              <a:off x="1745625" y="2764700"/>
              <a:ext cx="58350" cy="24275"/>
            </a:xfrm>
            <a:custGeom>
              <a:avLst/>
              <a:gdLst/>
              <a:ahLst/>
              <a:cxnLst/>
              <a:rect l="l" t="t" r="r" b="b"/>
              <a:pathLst>
                <a:path w="2334" h="971" extrusionOk="0">
                  <a:moveTo>
                    <a:pt x="2165" y="0"/>
                  </a:moveTo>
                  <a:cubicBezTo>
                    <a:pt x="2149" y="0"/>
                    <a:pt x="2133" y="3"/>
                    <a:pt x="2117" y="8"/>
                  </a:cubicBezTo>
                  <a:lnTo>
                    <a:pt x="124" y="674"/>
                  </a:lnTo>
                  <a:cubicBezTo>
                    <a:pt x="44" y="700"/>
                    <a:pt x="1" y="786"/>
                    <a:pt x="28" y="866"/>
                  </a:cubicBezTo>
                  <a:cubicBezTo>
                    <a:pt x="49" y="930"/>
                    <a:pt x="108" y="970"/>
                    <a:pt x="172" y="970"/>
                  </a:cubicBezTo>
                  <a:cubicBezTo>
                    <a:pt x="188" y="970"/>
                    <a:pt x="204" y="968"/>
                    <a:pt x="220" y="962"/>
                  </a:cubicBezTo>
                  <a:lnTo>
                    <a:pt x="2213" y="297"/>
                  </a:lnTo>
                  <a:cubicBezTo>
                    <a:pt x="2291" y="270"/>
                    <a:pt x="2334" y="183"/>
                    <a:pt x="2309" y="105"/>
                  </a:cubicBezTo>
                  <a:cubicBezTo>
                    <a:pt x="2288" y="41"/>
                    <a:pt x="2229" y="0"/>
                    <a:pt x="21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9"/>
            <p:cNvSpPr/>
            <p:nvPr/>
          </p:nvSpPr>
          <p:spPr>
            <a:xfrm>
              <a:off x="1759900" y="2785000"/>
              <a:ext cx="38950" cy="17750"/>
            </a:xfrm>
            <a:custGeom>
              <a:avLst/>
              <a:gdLst/>
              <a:ahLst/>
              <a:cxnLst/>
              <a:rect l="l" t="t" r="r" b="b"/>
              <a:pathLst>
                <a:path w="1558" h="710" extrusionOk="0">
                  <a:moveTo>
                    <a:pt x="1387" y="0"/>
                  </a:moveTo>
                  <a:cubicBezTo>
                    <a:pt x="1371" y="0"/>
                    <a:pt x="1354" y="3"/>
                    <a:pt x="1338" y="8"/>
                  </a:cubicBezTo>
                  <a:lnTo>
                    <a:pt x="123" y="413"/>
                  </a:lnTo>
                  <a:cubicBezTo>
                    <a:pt x="43" y="439"/>
                    <a:pt x="0" y="525"/>
                    <a:pt x="27" y="605"/>
                  </a:cubicBezTo>
                  <a:cubicBezTo>
                    <a:pt x="48" y="669"/>
                    <a:pt x="107" y="709"/>
                    <a:pt x="171" y="709"/>
                  </a:cubicBezTo>
                  <a:cubicBezTo>
                    <a:pt x="187" y="709"/>
                    <a:pt x="203" y="707"/>
                    <a:pt x="219" y="701"/>
                  </a:cubicBezTo>
                  <a:lnTo>
                    <a:pt x="1434" y="297"/>
                  </a:lnTo>
                  <a:cubicBezTo>
                    <a:pt x="1513" y="270"/>
                    <a:pt x="1557" y="185"/>
                    <a:pt x="1531" y="104"/>
                  </a:cubicBezTo>
                  <a:cubicBezTo>
                    <a:pt x="1509" y="40"/>
                    <a:pt x="1450" y="0"/>
                    <a:pt x="1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9"/>
            <p:cNvSpPr/>
            <p:nvPr/>
          </p:nvSpPr>
          <p:spPr>
            <a:xfrm>
              <a:off x="1766250" y="2804050"/>
              <a:ext cx="38925" cy="17775"/>
            </a:xfrm>
            <a:custGeom>
              <a:avLst/>
              <a:gdLst/>
              <a:ahLst/>
              <a:cxnLst/>
              <a:rect l="l" t="t" r="r" b="b"/>
              <a:pathLst>
                <a:path w="1557" h="711" extrusionOk="0">
                  <a:moveTo>
                    <a:pt x="1388" y="1"/>
                  </a:moveTo>
                  <a:cubicBezTo>
                    <a:pt x="1372" y="1"/>
                    <a:pt x="1356" y="3"/>
                    <a:pt x="1340" y="9"/>
                  </a:cubicBezTo>
                  <a:lnTo>
                    <a:pt x="124" y="414"/>
                  </a:lnTo>
                  <a:cubicBezTo>
                    <a:pt x="43" y="441"/>
                    <a:pt x="1" y="527"/>
                    <a:pt x="27" y="607"/>
                  </a:cubicBezTo>
                  <a:cubicBezTo>
                    <a:pt x="49" y="671"/>
                    <a:pt x="108" y="711"/>
                    <a:pt x="171" y="711"/>
                  </a:cubicBezTo>
                  <a:cubicBezTo>
                    <a:pt x="187" y="711"/>
                    <a:pt x="204" y="708"/>
                    <a:pt x="220" y="703"/>
                  </a:cubicBezTo>
                  <a:lnTo>
                    <a:pt x="1436" y="298"/>
                  </a:lnTo>
                  <a:cubicBezTo>
                    <a:pt x="1514" y="271"/>
                    <a:pt x="1557" y="185"/>
                    <a:pt x="1532" y="105"/>
                  </a:cubicBezTo>
                  <a:cubicBezTo>
                    <a:pt x="1511" y="41"/>
                    <a:pt x="1452" y="1"/>
                    <a:pt x="1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6" name="Google Shape;976;p29"/>
          <p:cNvSpPr txBox="1">
            <a:spLocks noGrp="1"/>
          </p:cNvSpPr>
          <p:nvPr>
            <p:ph type="subTitle" idx="4294967295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sp>
        <p:nvSpPr>
          <p:cNvPr id="977" name="Google Shape;977;p29"/>
          <p:cNvSpPr txBox="1">
            <a:spLocks noGrp="1"/>
          </p:cNvSpPr>
          <p:nvPr>
            <p:ph type="subTitle" idx="1"/>
          </p:nvPr>
        </p:nvSpPr>
        <p:spPr>
          <a:xfrm>
            <a:off x="2382775" y="3420575"/>
            <a:ext cx="43785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/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A6AFFF9-C71F-1E88-3C1E-24D79F92C1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1" y="209550"/>
            <a:ext cx="2667000" cy="795731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41910" marR="5080">
              <a:lnSpc>
                <a:spcPts val="4750"/>
              </a:lnSpc>
              <a:spcBef>
                <a:spcPts val="705"/>
              </a:spcBef>
            </a:pPr>
            <a:r>
              <a:rPr lang="en-US" sz="4800" b="1" dirty="0">
                <a:latin typeface="Calibri"/>
                <a:cs typeface="Calibri"/>
              </a:rPr>
              <a:t>Case :</a:t>
            </a:r>
            <a:endParaRPr sz="4800" b="1" spc="-50" dirty="0">
              <a:latin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670174-015C-48CF-F363-558B618F9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17155"/>
            <a:ext cx="54213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70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7D8086A3-3DF9-8AB3-7F41-39D2F13B2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B3FCAA02-8604-C1DD-44B5-F61B98C4E263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DE601761-FFFA-7138-E8CB-09DBF0771E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290873"/>
            <a:ext cx="700087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 fontAlgn="auto">
              <a:buNone/>
            </a:pPr>
            <a:r>
              <a:rPr lang="en-US" sz="36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History</a:t>
            </a:r>
            <a:endParaRPr lang="en-US" sz="4000" b="0" i="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69A1A9AC-3D69-C3D7-B914-B382DCC273EF}"/>
              </a:ext>
            </a:extLst>
          </p:cNvPr>
          <p:cNvSpPr txBox="1"/>
          <p:nvPr/>
        </p:nvSpPr>
        <p:spPr>
          <a:xfrm>
            <a:off x="533400" y="971550"/>
            <a:ext cx="8382000" cy="2362826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algn="ctr" fontAlgn="auto">
              <a:buNone/>
            </a:pPr>
            <a:r>
              <a:rPr lang="en-US" sz="3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1-personal history </a:t>
            </a:r>
          </a:p>
          <a:p>
            <a:pPr algn="l" fontAlgn="auto"/>
            <a:r>
              <a:rPr lang="en-US" sz="2400" b="0" i="0" dirty="0">
                <a:solidFill>
                  <a:srgbClr val="000000"/>
                </a:solidFill>
                <a:effectLst/>
                <a:latin typeface="ff5"/>
              </a:rPr>
              <a:t>Name :Ahmed Elsayed</a:t>
            </a:r>
            <a:endParaRPr lang="en-US" sz="2400" dirty="0">
              <a:latin typeface="ff3"/>
            </a:endParaRPr>
          </a:p>
          <a:p>
            <a:pPr algn="l" fontAlgn="auto"/>
            <a:r>
              <a:rPr lang="en-US" sz="2400" b="0" i="0" dirty="0">
                <a:solidFill>
                  <a:srgbClr val="000000"/>
                </a:solidFill>
                <a:effectLst/>
                <a:latin typeface="ff5"/>
              </a:rPr>
              <a:t>Age: 59</a:t>
            </a:r>
            <a:endParaRPr lang="en-US" sz="2400" b="0" i="0" dirty="0">
              <a:solidFill>
                <a:srgbClr val="000000"/>
              </a:solidFill>
              <a:effectLst/>
              <a:latin typeface="ff3"/>
            </a:endParaRPr>
          </a:p>
          <a:p>
            <a:pPr algn="l" fontAlgn="auto"/>
            <a:r>
              <a:rPr lang="en-US" sz="2400" b="0" i="0" dirty="0">
                <a:solidFill>
                  <a:srgbClr val="000000"/>
                </a:solidFill>
                <a:effectLst/>
                <a:latin typeface="ff5"/>
              </a:rPr>
              <a:t>Sex :Male</a:t>
            </a:r>
            <a:endParaRPr lang="en-US" sz="2400" b="0" i="0" dirty="0">
              <a:solidFill>
                <a:srgbClr val="000000"/>
              </a:solidFill>
              <a:effectLst/>
              <a:latin typeface="ff3"/>
            </a:endParaRPr>
          </a:p>
          <a:p>
            <a:pPr algn="l" fontAlgn="auto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occupation: mechanic. </a:t>
            </a:r>
            <a:br>
              <a:rPr lang="en-US" sz="2400" dirty="0"/>
            </a:br>
            <a:endParaRPr lang="en-US" sz="1800" b="0" i="0" dirty="0">
              <a:solidFill>
                <a:srgbClr val="000000"/>
              </a:solidFill>
              <a:effectLst/>
              <a:latin typeface="ff3"/>
            </a:endParaRPr>
          </a:p>
        </p:txBody>
      </p:sp>
    </p:spTree>
    <p:extLst>
      <p:ext uri="{BB962C8B-B14F-4D97-AF65-F5344CB8AC3E}">
        <p14:creationId xmlns:p14="http://schemas.microsoft.com/office/powerpoint/2010/main" val="120564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E75B7CE5-0A82-E486-DEA7-14C56399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03300F8C-8890-6353-D3F1-3569F3BC52A0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3F77B4A-8034-92A3-0499-03F43BC4F0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290873"/>
            <a:ext cx="700087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 fontAlgn="auto">
              <a:buNone/>
            </a:pPr>
            <a:r>
              <a:rPr lang="en-US" sz="3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Diagnose</a:t>
            </a:r>
            <a:endParaRPr lang="en-US" sz="4000" b="0" i="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34AB5FE-7BA7-4F24-288B-E23DB3098444}"/>
              </a:ext>
            </a:extLst>
          </p:cNvPr>
          <p:cNvSpPr txBox="1"/>
          <p:nvPr/>
        </p:nvSpPr>
        <p:spPr>
          <a:xfrm>
            <a:off x="533400" y="971550"/>
            <a:ext cx="8382000" cy="1347164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algn="ctr" fontAlgn="auto">
              <a:buNone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Adhesive Capsulitis (Frozen Shoulder) – Stage 2 (Fibrotic Phase)</a:t>
            </a:r>
            <a:br>
              <a:rPr lang="en-US" sz="2400" dirty="0"/>
            </a:br>
            <a:endParaRPr lang="en-US" sz="1800" b="0" i="0" dirty="0">
              <a:solidFill>
                <a:srgbClr val="000000"/>
              </a:solidFill>
              <a:effectLst/>
              <a:latin typeface="ff3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9DA58BA-2494-2016-B70F-885CE99FB4DB}"/>
              </a:ext>
            </a:extLst>
          </p:cNvPr>
          <p:cNvSpPr txBox="1">
            <a:spLocks/>
          </p:cNvSpPr>
          <p:nvPr/>
        </p:nvSpPr>
        <p:spPr>
          <a:xfrm>
            <a:off x="990600" y="2099142"/>
            <a:ext cx="7000875" cy="5046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065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32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Chief Complain</a:t>
            </a:r>
            <a:endParaRPr lang="en-US" sz="54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DFF2A85-0E29-3D72-CD8E-DC297469F636}"/>
              </a:ext>
            </a:extLst>
          </p:cNvPr>
          <p:cNvSpPr txBox="1"/>
          <p:nvPr/>
        </p:nvSpPr>
        <p:spPr>
          <a:xfrm>
            <a:off x="304800" y="2801542"/>
            <a:ext cx="8382000" cy="1562607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algn="ctr" fontAlgn="auto">
              <a:buNone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Severe shoulder stiffness limiting daily activities (overhead reach, dressing, driving, work)</a:t>
            </a:r>
            <a:endParaRPr lang="en-US" b="0" i="0" dirty="0">
              <a:solidFill>
                <a:srgbClr val="000000"/>
              </a:solidFill>
              <a:effectLst/>
              <a:latin typeface="ff3"/>
            </a:endParaRPr>
          </a:p>
        </p:txBody>
      </p:sp>
    </p:spTree>
    <p:extLst>
      <p:ext uri="{BB962C8B-B14F-4D97-AF65-F5344CB8AC3E}">
        <p14:creationId xmlns:p14="http://schemas.microsoft.com/office/powerpoint/2010/main" val="295799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6F7D7115-4D0C-FE34-060C-7882F747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62FBD1C5-B82B-A92B-E662-1BB3B92C529F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5513D53-4296-F362-8A94-8581A39FF063}"/>
              </a:ext>
            </a:extLst>
          </p:cNvPr>
          <p:cNvSpPr txBox="1"/>
          <p:nvPr/>
        </p:nvSpPr>
        <p:spPr>
          <a:xfrm>
            <a:off x="152400" y="819150"/>
            <a:ext cx="8991600" cy="507126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lang="en-US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1. Onset of Symptoms:  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 Gradual onset no specific traumatic event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 Initial symptoms: Shoulder stiffness with mild pain (3/10). 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Duration of Symptoms:  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- 4–12 months (chronic stage). 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3. Course of Symptoms:  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 Progressive worsening of stiffness and restricted movement. 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 Initially painful shoulder, but pain has improved over time. 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 Now severe functional limitation (difficulty with overhead activities, dressing, driving, work tasks). 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4. Mechanism of Injury:  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 No history of trauma (non-traumatic onset). 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8D607-AF05-EF00-8584-FCE27F72463E}"/>
              </a:ext>
            </a:extLst>
          </p:cNvPr>
          <p:cNvSpPr txBox="1"/>
          <p:nvPr/>
        </p:nvSpPr>
        <p:spPr>
          <a:xfrm>
            <a:off x="1828800" y="120825"/>
            <a:ext cx="37273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PRESENT HISTORY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20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990F1F17-7888-0181-5C17-5E6750EA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04B752DF-C234-4F76-8DBB-DD3AAC8C5164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D3B6822-D360-ECCC-FDD0-2F62A6669C23}"/>
              </a:ext>
            </a:extLst>
          </p:cNvPr>
          <p:cNvSpPr txBox="1"/>
          <p:nvPr/>
        </p:nvSpPr>
        <p:spPr>
          <a:xfrm>
            <a:off x="304800" y="864552"/>
            <a:ext cx="10490835" cy="3414396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705"/>
              </a:spcBef>
              <a:buSzPct val="96875"/>
              <a:tabLst>
                <a:tab pos="342265" algn="l"/>
              </a:tabLst>
            </a:pPr>
            <a:r>
              <a:rPr lang="en-US" sz="24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5. Diagnostic Imaging / Laboratory Tests:  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Arthroscopy findings:  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 - Joint capsule fibrosis and thickening.  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 - No joint effusion or acute inflammation.  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No signs of rotator cuff tear, impingement, or structural deformity.  </a:t>
            </a:r>
            <a:br>
              <a:rPr lang="en-US" sz="1600" dirty="0"/>
            </a:br>
            <a:br>
              <a:rPr lang="en-US" sz="1600" dirty="0"/>
            </a:br>
            <a:r>
              <a:rPr lang="en-US" sz="24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6. Previous Treatment (Medical/Physical Therapy):  </a:t>
            </a:r>
            <a:br>
              <a:rPr lang="en-US" sz="18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No prior surgery or injections reported. </a:t>
            </a:r>
            <a:br>
              <a:rPr lang="en-US" sz="1600" dirty="0"/>
            </a:br>
            <a:br>
              <a:rPr lang="en-US" sz="1600" dirty="0"/>
            </a:br>
            <a:r>
              <a:rPr lang="en-US" sz="2400" dirty="0">
                <a:solidFill>
                  <a:schemeClr val="tx1"/>
                </a:solidFill>
                <a:latin typeface="Roboto" panose="02000000000000000000" pitchFamily="2" charset="0"/>
              </a:rPr>
              <a:t>7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. Special Precautions:  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Avoid aggressive mobilization if severe fibrosis (risk of micro-tears). </a:t>
            </a:r>
            <a:br>
              <a:rPr lang="en-US" sz="1600" dirty="0"/>
            </a:br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Monitor for increased pain or inflammation</a:t>
            </a:r>
            <a:endParaRPr lang="en-US"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7551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0B8415EE-0B61-186F-0367-7F65201D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A0AA76B4-0D52-A32A-18ED-4DDA8D70F6FB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8192150-4514-8D3D-C7FA-8C82A91A5E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538" y="120825"/>
            <a:ext cx="8640445" cy="4558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75325" algn="l"/>
              </a:tabLst>
            </a:pPr>
            <a:r>
              <a:rPr lang="en-US" sz="2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PAIN HISTORY</a:t>
            </a:r>
            <a:endParaRPr sz="4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A99BE5CF-997B-504A-615A-6CD7E83A8F23}"/>
              </a:ext>
            </a:extLst>
          </p:cNvPr>
          <p:cNvSpPr txBox="1"/>
          <p:nvPr/>
        </p:nvSpPr>
        <p:spPr>
          <a:xfrm>
            <a:off x="228600" y="819150"/>
            <a:ext cx="8398510" cy="2890471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240029" marR="5080" indent="-227329">
              <a:lnSpc>
                <a:spcPts val="3450"/>
              </a:lnSpc>
              <a:spcBef>
                <a:spcPts val="54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1. Quality:  Pulling (at end-range movements)</a:t>
            </a:r>
          </a:p>
          <a:p>
            <a:pPr marL="240029" marR="5080" indent="-227329">
              <a:lnSpc>
                <a:spcPts val="3450"/>
              </a:lnSpc>
              <a:spcBef>
                <a:spcPts val="545"/>
              </a:spcBef>
              <a:buFont typeface="Arial MT"/>
              <a:buChar char="•"/>
              <a:tabLst>
                <a:tab pos="241300" algn="l"/>
              </a:tabLst>
            </a:pPr>
            <a:endParaRPr lang="en-US" sz="18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240029" marR="5080" indent="-227329">
              <a:lnSpc>
                <a:spcPts val="3450"/>
              </a:lnSpc>
              <a:spcBef>
                <a:spcPts val="54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 Aggravating Factors:  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Extreme shoulder movements (reaching overhead, behind the back). 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Functional activities (putting on a jacket, driving, using tools)</a:t>
            </a:r>
          </a:p>
          <a:p>
            <a:pPr marL="240029" marR="5080" indent="-227329">
              <a:lnSpc>
                <a:spcPts val="3450"/>
              </a:lnSpc>
              <a:spcBef>
                <a:spcPts val="545"/>
              </a:spcBef>
              <a:buFont typeface="Arial MT"/>
              <a:buChar char="•"/>
              <a:tabLst>
                <a:tab pos="241300" algn="l"/>
              </a:tabLst>
            </a:pPr>
            <a:r>
              <a:rPr lang="de-DE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Mild, intermittent dull ache (3/10)</a:t>
            </a:r>
            <a:endParaRPr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9981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5D4A61EB-119A-A4C1-4AA9-42E42F16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E5D52F66-BA1D-4FC1-4AF3-39A26F14FC11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83FB48D9-4527-03BB-1242-824EC84C70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7294" y="438150"/>
            <a:ext cx="7509411" cy="4179349"/>
          </a:xfrm>
          <a:prstGeom prst="rect">
            <a:avLst/>
          </a:prstGeom>
        </p:spPr>
        <p:txBody>
          <a:bodyPr vert="horz" wrap="square" lIns="0" tIns="28575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Assessment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:  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Stage 2 Adhesive Capsulitis (fibrotic phase with capsular thickening). 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Severe functional impairment (ADLs and work-related tasks affected). 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No signs of rotator cuff pathology, impingement, or inflammation.</a:t>
            </a:r>
            <a:endParaRPr sz="4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4852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AB3CB42E-D841-5E8D-EC21-473015D53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1AC29371-2298-CA6B-3B9A-500735E4B71A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1844BF5E-BF72-FB68-0313-5AEA45EF9C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53550"/>
            <a:ext cx="7509411" cy="4333238"/>
          </a:xfrm>
          <a:prstGeom prst="rect">
            <a:avLst/>
          </a:prstGeom>
        </p:spPr>
        <p:txBody>
          <a:bodyPr vert="horz" wrap="square" lIns="0" tIns="28575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2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Problem List: </a:t>
            </a:r>
            <a:br>
              <a:rPr lang="en-US" sz="32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r>
              <a:rPr lang="en-US" sz="32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 </a:t>
            </a:r>
            <a:br>
              <a:rPr lang="en-US" sz="16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1. Severe restricted shoulder ROM (global limitation in flexion, abduction, IR/ER).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2. Scapulothoracic compensatory movements (due to glenohumeral stiffness). 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3. Mild end-range pain (3/10). 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4. Functional deficits (overhead reach, dressing, driving, tool use)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. 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5. Capsular fibrosis</a:t>
            </a:r>
            <a:endParaRPr sz="4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9746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A07CDD70-DE58-AB95-868B-7FECA5F7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866338B6-7156-DD32-8FB4-F8E03BDF75A0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C615B74-6F0D-8666-C97F-2D66E52DEA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53550"/>
            <a:ext cx="7509411" cy="5071901"/>
          </a:xfrm>
          <a:prstGeom prst="rect">
            <a:avLst/>
          </a:prstGeom>
        </p:spPr>
        <p:txBody>
          <a:bodyPr vert="horz" wrap="square" lIns="0" tIns="28575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2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Aim of Treatment:  </a:t>
            </a:r>
            <a:br>
              <a:rPr lang="en-US" sz="20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1. Restore shoulder mobility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2. Improve functional independence (ADLs, work tasks). 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3. Reduce scapular substitution patterns.</a:t>
            </a:r>
            <a:b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 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4. Manage pain</a:t>
            </a:r>
            <a:br>
              <a:rPr lang="en-US" sz="2800" dirty="0"/>
            </a:br>
            <a:endParaRPr sz="5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689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9E5FC4D7-3894-6A4E-FBCD-FF4391C6E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529CFBD9-C154-0D4E-421B-25BCDD6B5141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664E1996-2039-CC81-E4CA-0ECA96B363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-171450"/>
            <a:ext cx="7509411" cy="6364563"/>
          </a:xfrm>
          <a:prstGeom prst="rect">
            <a:avLst/>
          </a:prstGeom>
        </p:spPr>
        <p:txBody>
          <a:bodyPr vert="horz" wrap="square" lIns="0" tIns="285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Plan of Treatment:  </a:t>
            </a:r>
            <a:br>
              <a:rPr lang="en-US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br>
              <a:rPr lang="en-US" sz="2000" dirty="0"/>
            </a:br>
            <a:r>
              <a:rPr lang="en-US" sz="2000" dirty="0"/>
              <a:t>1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Aggressive stretching (capsular-specific techniques): 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br>
              <a:rPr lang="en-US" sz="2000" dirty="0"/>
            </a:br>
            <a:r>
              <a:rPr lang="en-US" sz="2000" dirty="0"/>
              <a:t>2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Posterior capsule stretch (cross-body adduction, sleeper stretch)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br>
              <a:rPr lang="en-US" sz="2000" dirty="0"/>
            </a:br>
            <a:r>
              <a:rPr lang="en-US" sz="2000" dirty="0"/>
              <a:t>3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Inferior capsule stretch (elevation with scapular stabilization). 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  External rotation (ER) / Internal rotation (IR) 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b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r>
              <a:rPr lang="en-US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4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mobilization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Joint mobilizations (Grade III/IV for end-range capsular restriction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br>
              <a:rPr lang="en-US" sz="2000" dirty="0"/>
            </a:br>
            <a:r>
              <a:rPr lang="en-US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 5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Scapular stabilization exercises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br>
              <a:rPr lang="en-US" sz="2000" dirty="0"/>
            </a:br>
            <a:r>
              <a:rPr lang="en-US" sz="2000" dirty="0"/>
              <a:t>6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Progressive AAROM/ROM exercises (wand, pulley, wall climbs). 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Home exercise program (consistent daily stretching). </a:t>
            </a:r>
            <a:br>
              <a:rPr lang="en-US" sz="2000" dirty="0"/>
            </a:br>
            <a:b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endParaRPr sz="5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9519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3FFD0C7D-2025-48F2-AC8E-FA07304C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C9E23563-43FE-EB85-DCF7-5862D748AC21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57FD3A3-44FE-63B6-26BD-5D2AB4F0AB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05969"/>
            <a:ext cx="7509411" cy="5133457"/>
          </a:xfrm>
          <a:prstGeom prst="rect">
            <a:avLst/>
          </a:prstGeom>
        </p:spPr>
        <p:txBody>
          <a:bodyPr vert="horz" wrap="square" lIns="0" tIns="285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2.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Pain Management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Heat therapy improve tissue elasticity 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NSAIDs only if pain interferes with rehab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b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                            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Non Physiotherap</a:t>
            </a:r>
            <a:r>
              <a:rPr lang="en-US" sz="2000" b="0" dirty="0">
                <a:solidFill>
                  <a:schemeClr val="tx1"/>
                </a:solidFill>
                <a:latin typeface="Roboto" panose="02000000000000000000" pitchFamily="2" charset="0"/>
              </a:rPr>
              <a:t>y </a:t>
            </a:r>
            <a:r>
              <a:rPr lang="en-US" sz="2000" b="0" dirty="0" err="1">
                <a:solidFill>
                  <a:schemeClr val="tx1"/>
                </a:solidFill>
                <a:latin typeface="Roboto" panose="02000000000000000000" pitchFamily="2" charset="0"/>
              </a:rPr>
              <a:t>managment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r>
              <a:rPr lang="en-US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3. Advanced Interventions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(if conservative treatment fails):  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Hydrodilatation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Manipulation Under Anesthesia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 Arthroscopic capsular release</a:t>
            </a:r>
            <a:br>
              <a:rPr lang="en-US" sz="2000" dirty="0"/>
            </a:br>
            <a:b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r>
              <a:rPr lang="en-US" sz="20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4. Functional &amp; Occupational Reintegration:  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Task-specific training</a:t>
            </a:r>
            <a:br>
              <a:rPr lang="en-US" sz="2000" dirty="0"/>
            </a:br>
            <a: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Ergonomic modifications </a:t>
            </a:r>
            <a:br>
              <a:rPr lang="en-US" sz="20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</a:br>
            <a:endParaRPr sz="5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8920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>
          <a:extLst>
            <a:ext uri="{FF2B5EF4-FFF2-40B4-BE49-F238E27FC236}">
              <a16:creationId xmlns:a16="http://schemas.microsoft.com/office/drawing/2014/main" id="{8C8E9DCD-3AD5-2673-9044-D09E879E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33">
            <a:extLst>
              <a:ext uri="{FF2B5EF4-FFF2-40B4-BE49-F238E27FC236}">
                <a16:creationId xmlns:a16="http://schemas.microsoft.com/office/drawing/2014/main" id="{FF8FE77D-B807-43E5-8EA0-86E836028823}"/>
              </a:ext>
            </a:extLst>
          </p:cNvPr>
          <p:cNvSpPr/>
          <p:nvPr/>
        </p:nvSpPr>
        <p:spPr>
          <a:xfrm>
            <a:off x="2875741" y="4759699"/>
            <a:ext cx="262990" cy="262976"/>
          </a:xfrm>
          <a:custGeom>
            <a:avLst/>
            <a:gdLst/>
            <a:ahLst/>
            <a:cxnLst/>
            <a:rect l="l" t="t" r="r" b="b"/>
            <a:pathLst>
              <a:path w="1837" h="1837" fill="none" extrusionOk="0">
                <a:moveTo>
                  <a:pt x="128" y="1232"/>
                </a:moveTo>
                <a:lnTo>
                  <a:pt x="605" y="1232"/>
                </a:lnTo>
                <a:lnTo>
                  <a:pt x="605" y="1709"/>
                </a:lnTo>
                <a:cubicBezTo>
                  <a:pt x="605" y="1778"/>
                  <a:pt x="661" y="1836"/>
                  <a:pt x="733" y="1836"/>
                </a:cubicBezTo>
                <a:lnTo>
                  <a:pt x="1105" y="1836"/>
                </a:lnTo>
                <a:cubicBezTo>
                  <a:pt x="1174" y="1836"/>
                  <a:pt x="1232" y="1781"/>
                  <a:pt x="1232" y="1709"/>
                </a:cubicBezTo>
                <a:lnTo>
                  <a:pt x="1232" y="1232"/>
                </a:lnTo>
                <a:lnTo>
                  <a:pt x="1709" y="1232"/>
                </a:lnTo>
                <a:cubicBezTo>
                  <a:pt x="1779" y="1232"/>
                  <a:pt x="1836" y="1175"/>
                  <a:pt x="1836" y="1105"/>
                </a:cubicBezTo>
                <a:lnTo>
                  <a:pt x="1836" y="732"/>
                </a:lnTo>
                <a:cubicBezTo>
                  <a:pt x="1836" y="662"/>
                  <a:pt x="1781" y="605"/>
                  <a:pt x="1709" y="605"/>
                </a:cubicBezTo>
                <a:lnTo>
                  <a:pt x="1232" y="605"/>
                </a:lnTo>
                <a:lnTo>
                  <a:pt x="1232" y="127"/>
                </a:lnTo>
                <a:cubicBezTo>
                  <a:pt x="1232" y="57"/>
                  <a:pt x="1176" y="1"/>
                  <a:pt x="1105" y="1"/>
                </a:cubicBezTo>
                <a:lnTo>
                  <a:pt x="733" y="1"/>
                </a:lnTo>
                <a:cubicBezTo>
                  <a:pt x="663" y="1"/>
                  <a:pt x="605" y="56"/>
                  <a:pt x="605" y="127"/>
                </a:cubicBezTo>
                <a:lnTo>
                  <a:pt x="605" y="605"/>
                </a:lnTo>
                <a:lnTo>
                  <a:pt x="128" y="605"/>
                </a:lnTo>
                <a:cubicBezTo>
                  <a:pt x="59" y="605"/>
                  <a:pt x="1" y="661"/>
                  <a:pt x="1" y="732"/>
                </a:cubicBezTo>
                <a:lnTo>
                  <a:pt x="1" y="1105"/>
                </a:lnTo>
                <a:cubicBezTo>
                  <a:pt x="1" y="1174"/>
                  <a:pt x="59" y="1232"/>
                  <a:pt x="128" y="1232"/>
                </a:cubicBezTo>
                <a:close/>
              </a:path>
            </a:pathLst>
          </a:custGeom>
          <a:noFill/>
          <a:ln w="675" cap="flat" cmpd="sng">
            <a:solidFill>
              <a:srgbClr val="C4CBF7"/>
            </a:solidFill>
            <a:prstDash val="solid"/>
            <a:miter lim="10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2F5BB895-85F3-2CCE-E17A-2752E7D29B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34211" y="301994"/>
            <a:ext cx="7276465" cy="4879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*Role</a:t>
            </a:r>
            <a:r>
              <a:rPr b="1" spc="-114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of</a:t>
            </a:r>
            <a:r>
              <a:rPr b="1" spc="-110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b="1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regulatory</a:t>
            </a:r>
            <a:r>
              <a:rPr b="1" spc="-110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authorities: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3F58BF09-5DC2-0174-1E1E-CF1FA946EEF3}"/>
              </a:ext>
            </a:extLst>
          </p:cNvPr>
          <p:cNvSpPr txBox="1"/>
          <p:nvPr/>
        </p:nvSpPr>
        <p:spPr>
          <a:xfrm>
            <a:off x="225501" y="928571"/>
            <a:ext cx="8385175" cy="391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800" spc="-20" dirty="0">
                <a:latin typeface="Calibri"/>
                <a:cs typeface="Calibri"/>
              </a:rPr>
              <a:t>Important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role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preventing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medication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errors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469900" marR="845185" indent="-4572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800" spc="-20" dirty="0">
                <a:latin typeface="Calibri"/>
                <a:cs typeface="Calibri"/>
              </a:rPr>
              <a:t>Review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drug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labels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nomenclature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greatly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enhances </a:t>
            </a:r>
            <a:r>
              <a:rPr sz="2800" spc="-25" dirty="0">
                <a:latin typeface="Calibri"/>
                <a:cs typeface="Calibri"/>
              </a:rPr>
              <a:t>preventive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strategies.</a:t>
            </a:r>
            <a:endParaRPr sz="2800" dirty="0">
              <a:latin typeface="Calibri"/>
              <a:cs typeface="Calibri"/>
            </a:endParaRPr>
          </a:p>
          <a:p>
            <a:pPr marL="469900" marR="274955" indent="-457200">
              <a:lnSpc>
                <a:spcPct val="80000"/>
              </a:lnSpc>
              <a:spcBef>
                <a:spcPts val="994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Calibri"/>
                <a:cs typeface="Calibri"/>
              </a:rPr>
              <a:t>FDA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provides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guidance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industry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maintain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proper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drug </a:t>
            </a:r>
            <a:r>
              <a:rPr sz="2800" dirty="0">
                <a:latin typeface="Calibri"/>
                <a:cs typeface="Calibri"/>
              </a:rPr>
              <a:t>labels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355600" marR="5080" indent="-342900">
              <a:lnSpc>
                <a:spcPct val="79900"/>
              </a:lnSpc>
              <a:spcBef>
                <a:spcPts val="101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Calibri"/>
                <a:cs typeface="Calibri"/>
              </a:rPr>
              <a:t>FDA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reviews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300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brand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year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before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marketed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spc="-20" dirty="0">
                <a:latin typeface="Calibri"/>
                <a:cs typeface="Calibri"/>
              </a:rPr>
              <a:t>avoid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confusion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LASA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drugs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29"/>
              </a:spcBef>
              <a:buFont typeface="Arial" panose="020B0604020202020204" pitchFamily="34" charset="0"/>
              <a:buChar char="•"/>
            </a:pPr>
            <a:r>
              <a:rPr sz="2400" spc="-30" dirty="0">
                <a:latin typeface="Calibri"/>
                <a:cs typeface="Calibri"/>
              </a:rPr>
              <a:t>Potentially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confusing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rejected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55600" marR="278130" indent="-342900">
              <a:lnSpc>
                <a:spcPct val="799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sz="2400" dirty="0">
                <a:latin typeface="Calibri"/>
                <a:cs typeface="Calibri"/>
              </a:rPr>
              <a:t>FDA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encourages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pharmacists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health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professional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report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medication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errors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2889820"/>
      </p:ext>
    </p:extLst>
  </p:cSld>
  <p:clrMapOvr>
    <a:masterClrMapping/>
  </p:clrMapOvr>
</p:sld>
</file>

<file path=ppt/theme/theme1.xml><?xml version="1.0" encoding="utf-8"?>
<a:theme xmlns:a="http://schemas.openxmlformats.org/drawingml/2006/main" name="Treatment of Hypoglycemia Breakthrough by Slidesgo">
  <a:themeElements>
    <a:clrScheme name="Simple Light">
      <a:dk1>
        <a:srgbClr val="1F6375"/>
      </a:dk1>
      <a:lt1>
        <a:srgbClr val="F3F5FF"/>
      </a:lt1>
      <a:dk2>
        <a:srgbClr val="C4CBF7"/>
      </a:dk2>
      <a:lt2>
        <a:srgbClr val="A49FE9"/>
      </a:lt2>
      <a:accent1>
        <a:srgbClr val="184452"/>
      </a:accent1>
      <a:accent2>
        <a:srgbClr val="4DB49C"/>
      </a:accent2>
      <a:accent3>
        <a:srgbClr val="DF1A50"/>
      </a:accent3>
      <a:accent4>
        <a:srgbClr val="FF6354"/>
      </a:accent4>
      <a:accent5>
        <a:srgbClr val="FDBF42"/>
      </a:accent5>
      <a:accent6>
        <a:srgbClr val="FFFFFF"/>
      </a:accent6>
      <a:hlink>
        <a:srgbClr val="1F637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719</Words>
  <Application>Microsoft Office PowerPoint</Application>
  <PresentationFormat>On-screen Show (16:9)</PresentationFormat>
  <Paragraphs>33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Calibri</vt:lpstr>
      <vt:lpstr>Arial</vt:lpstr>
      <vt:lpstr>Roboto</vt:lpstr>
      <vt:lpstr>ff5</vt:lpstr>
      <vt:lpstr>Arial MT</vt:lpstr>
      <vt:lpstr>Asap Medium</vt:lpstr>
      <vt:lpstr>Montserrat</vt:lpstr>
      <vt:lpstr>ff3</vt:lpstr>
      <vt:lpstr>Treatment of Hypoglycemia Breakthrough by Slidesgo</vt:lpstr>
      <vt:lpstr>Case study  Trauma</vt:lpstr>
      <vt:lpstr>Case :</vt:lpstr>
      <vt:lpstr>History</vt:lpstr>
      <vt:lpstr>Diagnose</vt:lpstr>
      <vt:lpstr>PowerPoint Presentation</vt:lpstr>
      <vt:lpstr>PowerPoint Presentation</vt:lpstr>
      <vt:lpstr>PAIN HISTORY</vt:lpstr>
      <vt:lpstr> Assessment:   - Stage 2 Adhesive Capsulitis (fibrotic phase with capsular thickening).   - Severe functional impairment (ADLs and work-related tasks affected).   - No signs of rotator cuff pathology, impingement, or inflammation.</vt:lpstr>
      <vt:lpstr>Problem List:    1. Severe restricted shoulder ROM (global limitation in flexion, abduction, IR/ER).   2. Scapulothoracic compensatory movements (due to glenohumeral stiffness).   3. Mild end-range pain (3/10).   4. Functional deficits (overhead reach, dressing, driving, tool use) .  5. Capsular fibrosis</vt:lpstr>
      <vt:lpstr>Aim of Treatment:   1. Restore shoulder mobility  2. Improve functional independence (ADLs, work tasks).   3. Reduce scapular substitution patterns.    4. Manage pain </vt:lpstr>
      <vt:lpstr>Plan of Treatment:    1Aggressive stretching (capsular-specific techniques):   2Posterior capsule stretch (cross-body adduction, sleeper stretch)  3 Inferior capsule stretch (elevation with scapular stabilization).    External rotation (ER) / Internal rotation (IR)   4mobilization Joint mobilizations (Grade III/IV for end-range capsular restriction    5 Scapular stabilization exercises  6Progressive AAROM/ROM exercises (wand, pulley, wall climbs).  - Home exercise program (consistent daily stretching).   </vt:lpstr>
      <vt:lpstr>2. Pain Management Heat therapy improve tissue elasticity  NSAIDs only if pain interferes with rehab                               Non Physiotherapy managment 3. Advanced Interventions (if conservative treatment fails):   - Hydrodilatation - Manipulation Under Anesthesia - Arthroscopic capsular release  4. Functional &amp; Occupational Reintegration:   Task-specific training Ergonomic modifications  </vt:lpstr>
      <vt:lpstr>*Role of regulatory authorities: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information</dc:title>
  <dc:creator>hp</dc:creator>
  <cp:lastModifiedBy>HP</cp:lastModifiedBy>
  <cp:revision>17</cp:revision>
  <dcterms:modified xsi:type="dcterms:W3CDTF">2025-05-02T15:52:36Z</dcterms:modified>
</cp:coreProperties>
</file>