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4" r:id="rId1"/>
  </p:sldMasterIdLst>
  <p:notesMasterIdLst>
    <p:notesMasterId r:id="rId25"/>
  </p:notesMasterIdLst>
  <p:sldIdLst>
    <p:sldId id="256" r:id="rId2"/>
    <p:sldId id="296" r:id="rId3"/>
    <p:sldId id="306" r:id="rId4"/>
    <p:sldId id="307" r:id="rId5"/>
    <p:sldId id="308" r:id="rId6"/>
    <p:sldId id="311" r:id="rId7"/>
    <p:sldId id="310" r:id="rId8"/>
    <p:sldId id="304" r:id="rId9"/>
    <p:sldId id="316" r:id="rId10"/>
    <p:sldId id="315" r:id="rId11"/>
    <p:sldId id="319" r:id="rId12"/>
    <p:sldId id="317" r:id="rId13"/>
    <p:sldId id="318" r:id="rId14"/>
    <p:sldId id="320" r:id="rId15"/>
    <p:sldId id="321" r:id="rId16"/>
    <p:sldId id="322" r:id="rId17"/>
    <p:sldId id="323" r:id="rId18"/>
    <p:sldId id="324" r:id="rId19"/>
    <p:sldId id="325" r:id="rId20"/>
    <p:sldId id="326" r:id="rId21"/>
    <p:sldId id="327" r:id="rId22"/>
    <p:sldId id="328" r:id="rId23"/>
    <p:sldId id="329" r:id="rId24"/>
  </p:sldIdLst>
  <p:sldSz cx="9144000" cy="5143500" type="screen16x9"/>
  <p:notesSz cx="6858000" cy="9144000"/>
  <p:embeddedFontLst>
    <p:embeddedFont>
      <p:font typeface="Asap Medium" panose="020B0604020202020204" charset="0"/>
      <p:regular r:id="rId26"/>
      <p:bold r:id="rId27"/>
      <p:italic r:id="rId28"/>
      <p:boldItalic r:id="rId29"/>
    </p:embeddedFont>
    <p:embeddedFont>
      <p:font typeface="Montserrat" panose="00000500000000000000" pitchFamily="2" charset="0"/>
      <p:regular r:id="rId30"/>
      <p:bold r:id="rId31"/>
      <p:italic r:id="rId32"/>
      <p:boldItalic r:id="rId3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2CB94F7-C867-4290-B98E-87C964E5A370}">
  <a:tblStyle styleId="{D2CB94F7-C867-4290-B98E-87C964E5A37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7E2F192F-9B2D-4797-98B5-CBB3795085C3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6" d="100"/>
          <a:sy n="76" d="100"/>
        </p:scale>
        <p:origin x="1000" y="6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7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2548230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0" name="Google Shape;950;g1e27ed74ae3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1" name="Google Shape;951;g1e27ed74ae3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Google Shape;1033;g111e7c571f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4" name="Google Shape;1034;g111e7c571f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2">
          <a:extLst>
            <a:ext uri="{FF2B5EF4-FFF2-40B4-BE49-F238E27FC236}">
              <a16:creationId xmlns:a16="http://schemas.microsoft.com/office/drawing/2014/main" id="{055AE0F6-65D6-6B23-9203-FDF50C6867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Google Shape;1033;g111e7c571f2_0_0:notes">
            <a:extLst>
              <a:ext uri="{FF2B5EF4-FFF2-40B4-BE49-F238E27FC236}">
                <a16:creationId xmlns:a16="http://schemas.microsoft.com/office/drawing/2014/main" id="{B115693D-61E6-9F12-039E-8AA44A97276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4" name="Google Shape;1034;g111e7c571f2_0_0:notes">
            <a:extLst>
              <a:ext uri="{FF2B5EF4-FFF2-40B4-BE49-F238E27FC236}">
                <a16:creationId xmlns:a16="http://schemas.microsoft.com/office/drawing/2014/main" id="{7B5296FE-25F2-0BE6-153C-8C93518FAB8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984030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2">
          <a:extLst>
            <a:ext uri="{FF2B5EF4-FFF2-40B4-BE49-F238E27FC236}">
              <a16:creationId xmlns:a16="http://schemas.microsoft.com/office/drawing/2014/main" id="{D11FFF9C-8619-C5C4-6C46-4161366E7D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Google Shape;1033;g111e7c571f2_0_0:notes">
            <a:extLst>
              <a:ext uri="{FF2B5EF4-FFF2-40B4-BE49-F238E27FC236}">
                <a16:creationId xmlns:a16="http://schemas.microsoft.com/office/drawing/2014/main" id="{64D07BC2-AA34-0D2B-855D-2C30EA78E1B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4" name="Google Shape;1034;g111e7c571f2_0_0:notes">
            <a:extLst>
              <a:ext uri="{FF2B5EF4-FFF2-40B4-BE49-F238E27FC236}">
                <a16:creationId xmlns:a16="http://schemas.microsoft.com/office/drawing/2014/main" id="{71138683-CE7A-28A9-7717-87E8AD22217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631229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2">
          <a:extLst>
            <a:ext uri="{FF2B5EF4-FFF2-40B4-BE49-F238E27FC236}">
              <a16:creationId xmlns:a16="http://schemas.microsoft.com/office/drawing/2014/main" id="{E1955BCB-EF51-FC68-8E73-6A2B8E446D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Google Shape;1033;g111e7c571f2_0_0:notes">
            <a:extLst>
              <a:ext uri="{FF2B5EF4-FFF2-40B4-BE49-F238E27FC236}">
                <a16:creationId xmlns:a16="http://schemas.microsoft.com/office/drawing/2014/main" id="{9A79C14C-D7DA-70FD-8C70-7967419EF6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4" name="Google Shape;1034;g111e7c571f2_0_0:notes">
            <a:extLst>
              <a:ext uri="{FF2B5EF4-FFF2-40B4-BE49-F238E27FC236}">
                <a16:creationId xmlns:a16="http://schemas.microsoft.com/office/drawing/2014/main" id="{A2B09BEE-D213-78FF-0F0B-19645C2B0F4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86986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2">
          <a:extLst>
            <a:ext uri="{FF2B5EF4-FFF2-40B4-BE49-F238E27FC236}">
              <a16:creationId xmlns:a16="http://schemas.microsoft.com/office/drawing/2014/main" id="{EDF70391-508A-4328-4485-BBB48B1DA1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Google Shape;1033;g111e7c571f2_0_0:notes">
            <a:extLst>
              <a:ext uri="{FF2B5EF4-FFF2-40B4-BE49-F238E27FC236}">
                <a16:creationId xmlns:a16="http://schemas.microsoft.com/office/drawing/2014/main" id="{606B031F-1178-F8CB-D507-1794B40743D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4" name="Google Shape;1034;g111e7c571f2_0_0:notes">
            <a:extLst>
              <a:ext uri="{FF2B5EF4-FFF2-40B4-BE49-F238E27FC236}">
                <a16:creationId xmlns:a16="http://schemas.microsoft.com/office/drawing/2014/main" id="{DB712718-6BBE-89FB-9EBD-63682668618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707879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2">
          <a:extLst>
            <a:ext uri="{FF2B5EF4-FFF2-40B4-BE49-F238E27FC236}">
              <a16:creationId xmlns:a16="http://schemas.microsoft.com/office/drawing/2014/main" id="{9A8BF1B4-80F8-6677-9C6F-C7510884A3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Google Shape;1033;g111e7c571f2_0_0:notes">
            <a:extLst>
              <a:ext uri="{FF2B5EF4-FFF2-40B4-BE49-F238E27FC236}">
                <a16:creationId xmlns:a16="http://schemas.microsoft.com/office/drawing/2014/main" id="{04FDC85E-E8F6-9C65-CAC2-E8D5BA66825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4" name="Google Shape;1034;g111e7c571f2_0_0:notes">
            <a:extLst>
              <a:ext uri="{FF2B5EF4-FFF2-40B4-BE49-F238E27FC236}">
                <a16:creationId xmlns:a16="http://schemas.microsoft.com/office/drawing/2014/main" id="{FA5C4E45-ED0E-EACC-09A7-40AD11FD2EB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0019592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2">
          <a:extLst>
            <a:ext uri="{FF2B5EF4-FFF2-40B4-BE49-F238E27FC236}">
              <a16:creationId xmlns:a16="http://schemas.microsoft.com/office/drawing/2014/main" id="{BBD6431F-2BC4-087B-AAC2-8FB64F7373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Google Shape;1033;g111e7c571f2_0_0:notes">
            <a:extLst>
              <a:ext uri="{FF2B5EF4-FFF2-40B4-BE49-F238E27FC236}">
                <a16:creationId xmlns:a16="http://schemas.microsoft.com/office/drawing/2014/main" id="{4B0CE683-1D92-F3DD-94ED-827FD0037A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4" name="Google Shape;1034;g111e7c571f2_0_0:notes">
            <a:extLst>
              <a:ext uri="{FF2B5EF4-FFF2-40B4-BE49-F238E27FC236}">
                <a16:creationId xmlns:a16="http://schemas.microsoft.com/office/drawing/2014/main" id="{8769CE95-5AF2-3F75-BFE8-B360C46AC75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7458299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2">
          <a:extLst>
            <a:ext uri="{FF2B5EF4-FFF2-40B4-BE49-F238E27FC236}">
              <a16:creationId xmlns:a16="http://schemas.microsoft.com/office/drawing/2014/main" id="{683FA1C0-9542-B753-2140-CD09142262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Google Shape;1033;g111e7c571f2_0_0:notes">
            <a:extLst>
              <a:ext uri="{FF2B5EF4-FFF2-40B4-BE49-F238E27FC236}">
                <a16:creationId xmlns:a16="http://schemas.microsoft.com/office/drawing/2014/main" id="{A862026E-7437-276D-D22A-8D53C2C1185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4" name="Google Shape;1034;g111e7c571f2_0_0:notes">
            <a:extLst>
              <a:ext uri="{FF2B5EF4-FFF2-40B4-BE49-F238E27FC236}">
                <a16:creationId xmlns:a16="http://schemas.microsoft.com/office/drawing/2014/main" id="{59599D1A-A5BA-B40C-543F-36C72131D10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3855592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2">
          <a:extLst>
            <a:ext uri="{FF2B5EF4-FFF2-40B4-BE49-F238E27FC236}">
              <a16:creationId xmlns:a16="http://schemas.microsoft.com/office/drawing/2014/main" id="{8310A014-5754-BC1D-14B2-4221E8D98D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Google Shape;1033;g111e7c571f2_0_0:notes">
            <a:extLst>
              <a:ext uri="{FF2B5EF4-FFF2-40B4-BE49-F238E27FC236}">
                <a16:creationId xmlns:a16="http://schemas.microsoft.com/office/drawing/2014/main" id="{C2A57F1C-9774-AF2F-04E6-7C054428A42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4" name="Google Shape;1034;g111e7c571f2_0_0:notes">
            <a:extLst>
              <a:ext uri="{FF2B5EF4-FFF2-40B4-BE49-F238E27FC236}">
                <a16:creationId xmlns:a16="http://schemas.microsoft.com/office/drawing/2014/main" id="{6BA362B4-72AF-446A-BA4F-1BEF9EB5A06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1966617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2">
          <a:extLst>
            <a:ext uri="{FF2B5EF4-FFF2-40B4-BE49-F238E27FC236}">
              <a16:creationId xmlns:a16="http://schemas.microsoft.com/office/drawing/2014/main" id="{71C16D4C-90E7-759C-45FA-53E7ACED8D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Google Shape;1033;g111e7c571f2_0_0:notes">
            <a:extLst>
              <a:ext uri="{FF2B5EF4-FFF2-40B4-BE49-F238E27FC236}">
                <a16:creationId xmlns:a16="http://schemas.microsoft.com/office/drawing/2014/main" id="{2760AE3C-8B56-82F9-DDE6-DFB02C04567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4" name="Google Shape;1034;g111e7c571f2_0_0:notes">
            <a:extLst>
              <a:ext uri="{FF2B5EF4-FFF2-40B4-BE49-F238E27FC236}">
                <a16:creationId xmlns:a16="http://schemas.microsoft.com/office/drawing/2014/main" id="{2D2B80A2-F81A-EC9D-E94E-590236076D9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466810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2">
          <a:extLst>
            <a:ext uri="{FF2B5EF4-FFF2-40B4-BE49-F238E27FC236}">
              <a16:creationId xmlns:a16="http://schemas.microsoft.com/office/drawing/2014/main" id="{575E5F09-3A33-15A0-7027-52834A1374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Google Shape;1033;g111e7c571f2_0_0:notes">
            <a:extLst>
              <a:ext uri="{FF2B5EF4-FFF2-40B4-BE49-F238E27FC236}">
                <a16:creationId xmlns:a16="http://schemas.microsoft.com/office/drawing/2014/main" id="{0E32CD0C-A526-C39F-0B49-6E3C0685228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4" name="Google Shape;1034;g111e7c571f2_0_0:notes">
            <a:extLst>
              <a:ext uri="{FF2B5EF4-FFF2-40B4-BE49-F238E27FC236}">
                <a16:creationId xmlns:a16="http://schemas.microsoft.com/office/drawing/2014/main" id="{3AC08F53-A079-DD1C-C633-BD975D0B3E7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7047387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2">
          <a:extLst>
            <a:ext uri="{FF2B5EF4-FFF2-40B4-BE49-F238E27FC236}">
              <a16:creationId xmlns:a16="http://schemas.microsoft.com/office/drawing/2014/main" id="{FEAA047B-D834-1F3C-494A-8A82D67AD4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Google Shape;1033;g111e7c571f2_0_0:notes">
            <a:extLst>
              <a:ext uri="{FF2B5EF4-FFF2-40B4-BE49-F238E27FC236}">
                <a16:creationId xmlns:a16="http://schemas.microsoft.com/office/drawing/2014/main" id="{20F63482-BB97-9287-1A4A-BF9C4D4D054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4" name="Google Shape;1034;g111e7c571f2_0_0:notes">
            <a:extLst>
              <a:ext uri="{FF2B5EF4-FFF2-40B4-BE49-F238E27FC236}">
                <a16:creationId xmlns:a16="http://schemas.microsoft.com/office/drawing/2014/main" id="{1C1984CF-85F7-490A-0302-2CAD5F0B499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6826921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2">
          <a:extLst>
            <a:ext uri="{FF2B5EF4-FFF2-40B4-BE49-F238E27FC236}">
              <a16:creationId xmlns:a16="http://schemas.microsoft.com/office/drawing/2014/main" id="{55D26434-3F89-6CD7-BE6D-12607105CB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Google Shape;1033;g111e7c571f2_0_0:notes">
            <a:extLst>
              <a:ext uri="{FF2B5EF4-FFF2-40B4-BE49-F238E27FC236}">
                <a16:creationId xmlns:a16="http://schemas.microsoft.com/office/drawing/2014/main" id="{2C0ADFE7-7156-0313-CCC7-302474496C3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4" name="Google Shape;1034;g111e7c571f2_0_0:notes">
            <a:extLst>
              <a:ext uri="{FF2B5EF4-FFF2-40B4-BE49-F238E27FC236}">
                <a16:creationId xmlns:a16="http://schemas.microsoft.com/office/drawing/2014/main" id="{F46C5394-C8B5-9E2D-54DE-590BA8A3BB7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4679771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2">
          <a:extLst>
            <a:ext uri="{FF2B5EF4-FFF2-40B4-BE49-F238E27FC236}">
              <a16:creationId xmlns:a16="http://schemas.microsoft.com/office/drawing/2014/main" id="{F79B6473-F430-5CE4-ADA4-B6494597CF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Google Shape;1033;g111e7c571f2_0_0:notes">
            <a:extLst>
              <a:ext uri="{FF2B5EF4-FFF2-40B4-BE49-F238E27FC236}">
                <a16:creationId xmlns:a16="http://schemas.microsoft.com/office/drawing/2014/main" id="{093EDA17-9E8C-3EDF-42CC-440D1E42BCA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4" name="Google Shape;1034;g111e7c571f2_0_0:notes">
            <a:extLst>
              <a:ext uri="{FF2B5EF4-FFF2-40B4-BE49-F238E27FC236}">
                <a16:creationId xmlns:a16="http://schemas.microsoft.com/office/drawing/2014/main" id="{D49C5610-74EB-B3A3-5156-C7A867BA4E6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9999246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2">
          <a:extLst>
            <a:ext uri="{FF2B5EF4-FFF2-40B4-BE49-F238E27FC236}">
              <a16:creationId xmlns:a16="http://schemas.microsoft.com/office/drawing/2014/main" id="{ABF27039-745F-F481-82EE-2DA177294E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Google Shape;1033;g111e7c571f2_0_0:notes">
            <a:extLst>
              <a:ext uri="{FF2B5EF4-FFF2-40B4-BE49-F238E27FC236}">
                <a16:creationId xmlns:a16="http://schemas.microsoft.com/office/drawing/2014/main" id="{58EE6205-7536-DA6E-F661-99A1B96967A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4" name="Google Shape;1034;g111e7c571f2_0_0:notes">
            <a:extLst>
              <a:ext uri="{FF2B5EF4-FFF2-40B4-BE49-F238E27FC236}">
                <a16:creationId xmlns:a16="http://schemas.microsoft.com/office/drawing/2014/main" id="{CF45CE75-0645-2A44-C068-ADB424A4B50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452613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2">
          <a:extLst>
            <a:ext uri="{FF2B5EF4-FFF2-40B4-BE49-F238E27FC236}">
              <a16:creationId xmlns:a16="http://schemas.microsoft.com/office/drawing/2014/main" id="{96C8C9C2-97BF-E4CF-E06E-AD23EA5CB1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Google Shape;1033;g111e7c571f2_0_0:notes">
            <a:extLst>
              <a:ext uri="{FF2B5EF4-FFF2-40B4-BE49-F238E27FC236}">
                <a16:creationId xmlns:a16="http://schemas.microsoft.com/office/drawing/2014/main" id="{262E3D6E-E010-A4C8-875F-CB7CF4DD303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4" name="Google Shape;1034;g111e7c571f2_0_0:notes">
            <a:extLst>
              <a:ext uri="{FF2B5EF4-FFF2-40B4-BE49-F238E27FC236}">
                <a16:creationId xmlns:a16="http://schemas.microsoft.com/office/drawing/2014/main" id="{A7631561-C88A-6F79-3463-826CD816E1C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0378785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2">
          <a:extLst>
            <a:ext uri="{FF2B5EF4-FFF2-40B4-BE49-F238E27FC236}">
              <a16:creationId xmlns:a16="http://schemas.microsoft.com/office/drawing/2014/main" id="{CC52AF82-8948-1402-CD55-DE324E3D68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Google Shape;1033;g111e7c571f2_0_0:notes">
            <a:extLst>
              <a:ext uri="{FF2B5EF4-FFF2-40B4-BE49-F238E27FC236}">
                <a16:creationId xmlns:a16="http://schemas.microsoft.com/office/drawing/2014/main" id="{D8A407ED-B76E-B4FF-8D44-EC4C9B8E07C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4" name="Google Shape;1034;g111e7c571f2_0_0:notes">
            <a:extLst>
              <a:ext uri="{FF2B5EF4-FFF2-40B4-BE49-F238E27FC236}">
                <a16:creationId xmlns:a16="http://schemas.microsoft.com/office/drawing/2014/main" id="{80419E6B-46EC-183F-CA42-80E7A5BD643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2715921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2">
          <a:extLst>
            <a:ext uri="{FF2B5EF4-FFF2-40B4-BE49-F238E27FC236}">
              <a16:creationId xmlns:a16="http://schemas.microsoft.com/office/drawing/2014/main" id="{D45D83B1-95E4-28E3-109F-2D976FD334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Google Shape;1033;g111e7c571f2_0_0:notes">
            <a:extLst>
              <a:ext uri="{FF2B5EF4-FFF2-40B4-BE49-F238E27FC236}">
                <a16:creationId xmlns:a16="http://schemas.microsoft.com/office/drawing/2014/main" id="{3D411DB8-88AD-932E-7378-4B398121030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4" name="Google Shape;1034;g111e7c571f2_0_0:notes">
            <a:extLst>
              <a:ext uri="{FF2B5EF4-FFF2-40B4-BE49-F238E27FC236}">
                <a16:creationId xmlns:a16="http://schemas.microsoft.com/office/drawing/2014/main" id="{65F41298-54EB-9730-399A-2FD7ABC6C79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1724231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2">
          <a:extLst>
            <a:ext uri="{FF2B5EF4-FFF2-40B4-BE49-F238E27FC236}">
              <a16:creationId xmlns:a16="http://schemas.microsoft.com/office/drawing/2014/main" id="{F6BD6D38-B11A-79F7-BED2-79C42B6731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Google Shape;1033;g111e7c571f2_0_0:notes">
            <a:extLst>
              <a:ext uri="{FF2B5EF4-FFF2-40B4-BE49-F238E27FC236}">
                <a16:creationId xmlns:a16="http://schemas.microsoft.com/office/drawing/2014/main" id="{818CCDD5-E337-D04F-1621-F8D8420DA4A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4" name="Google Shape;1034;g111e7c571f2_0_0:notes">
            <a:extLst>
              <a:ext uri="{FF2B5EF4-FFF2-40B4-BE49-F238E27FC236}">
                <a16:creationId xmlns:a16="http://schemas.microsoft.com/office/drawing/2014/main" id="{34F9BAA2-0CB8-4181-9177-0E078471628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218014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2">
          <a:extLst>
            <a:ext uri="{FF2B5EF4-FFF2-40B4-BE49-F238E27FC236}">
              <a16:creationId xmlns:a16="http://schemas.microsoft.com/office/drawing/2014/main" id="{908760E3-362A-2DCB-846D-E75D76FD3A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Google Shape;1033;g111e7c571f2_0_0:notes">
            <a:extLst>
              <a:ext uri="{FF2B5EF4-FFF2-40B4-BE49-F238E27FC236}">
                <a16:creationId xmlns:a16="http://schemas.microsoft.com/office/drawing/2014/main" id="{B994567E-F148-9593-7288-E435CCC5D68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4" name="Google Shape;1034;g111e7c571f2_0_0:notes">
            <a:extLst>
              <a:ext uri="{FF2B5EF4-FFF2-40B4-BE49-F238E27FC236}">
                <a16:creationId xmlns:a16="http://schemas.microsoft.com/office/drawing/2014/main" id="{CA15A0C3-0DCB-75CA-93B0-23F0F186DD8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9202176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2">
          <a:extLst>
            <a:ext uri="{FF2B5EF4-FFF2-40B4-BE49-F238E27FC236}">
              <a16:creationId xmlns:a16="http://schemas.microsoft.com/office/drawing/2014/main" id="{186F1F3D-6E83-7749-8A3E-B896F504F8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Google Shape;1033;g111e7c571f2_0_0:notes">
            <a:extLst>
              <a:ext uri="{FF2B5EF4-FFF2-40B4-BE49-F238E27FC236}">
                <a16:creationId xmlns:a16="http://schemas.microsoft.com/office/drawing/2014/main" id="{1AA56B34-4CA4-BBA1-8EBB-8E48BFA9944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4" name="Google Shape;1034;g111e7c571f2_0_0:notes">
            <a:extLst>
              <a:ext uri="{FF2B5EF4-FFF2-40B4-BE49-F238E27FC236}">
                <a16:creationId xmlns:a16="http://schemas.microsoft.com/office/drawing/2014/main" id="{5DD33C09-3AE5-833A-842F-546367F9CF5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665388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2100475" y="414768"/>
            <a:ext cx="4763343" cy="4313945"/>
          </a:xfrm>
          <a:custGeom>
            <a:avLst/>
            <a:gdLst/>
            <a:ahLst/>
            <a:cxnLst/>
            <a:rect l="l" t="t" r="r" b="b"/>
            <a:pathLst>
              <a:path w="16788" h="15204" extrusionOk="0">
                <a:moveTo>
                  <a:pt x="12064" y="1"/>
                </a:moveTo>
                <a:cubicBezTo>
                  <a:pt x="11813" y="1"/>
                  <a:pt x="11559" y="33"/>
                  <a:pt x="11306" y="99"/>
                </a:cubicBezTo>
                <a:cubicBezTo>
                  <a:pt x="9718" y="518"/>
                  <a:pt x="8767" y="2151"/>
                  <a:pt x="9187" y="3737"/>
                </a:cubicBezTo>
                <a:lnTo>
                  <a:pt x="11249" y="11564"/>
                </a:lnTo>
                <a:cubicBezTo>
                  <a:pt x="11616" y="12955"/>
                  <a:pt x="10783" y="14385"/>
                  <a:pt x="9392" y="14751"/>
                </a:cubicBezTo>
                <a:cubicBezTo>
                  <a:pt x="9170" y="14810"/>
                  <a:pt x="8948" y="14838"/>
                  <a:pt x="8728" y="14838"/>
                </a:cubicBezTo>
                <a:cubicBezTo>
                  <a:pt x="7573" y="14838"/>
                  <a:pt x="6513" y="14063"/>
                  <a:pt x="6205" y="12895"/>
                </a:cubicBezTo>
                <a:lnTo>
                  <a:pt x="5643" y="10763"/>
                </a:lnTo>
                <a:lnTo>
                  <a:pt x="6491" y="10540"/>
                </a:lnTo>
                <a:cubicBezTo>
                  <a:pt x="7302" y="10326"/>
                  <a:pt x="7826" y="9565"/>
                  <a:pt x="7740" y="8731"/>
                </a:cubicBezTo>
                <a:lnTo>
                  <a:pt x="7137" y="2981"/>
                </a:lnTo>
                <a:cubicBezTo>
                  <a:pt x="7087" y="2490"/>
                  <a:pt x="6824" y="2047"/>
                  <a:pt x="6419" y="1767"/>
                </a:cubicBezTo>
                <a:cubicBezTo>
                  <a:pt x="6133" y="1569"/>
                  <a:pt x="5799" y="1467"/>
                  <a:pt x="5459" y="1467"/>
                </a:cubicBezTo>
                <a:cubicBezTo>
                  <a:pt x="5315" y="1467"/>
                  <a:pt x="5170" y="1486"/>
                  <a:pt x="5028" y="1523"/>
                </a:cubicBezTo>
                <a:lnTo>
                  <a:pt x="4826" y="1576"/>
                </a:lnTo>
                <a:cubicBezTo>
                  <a:pt x="4706" y="1383"/>
                  <a:pt x="4492" y="1264"/>
                  <a:pt x="4262" y="1264"/>
                </a:cubicBezTo>
                <a:cubicBezTo>
                  <a:pt x="4206" y="1264"/>
                  <a:pt x="4150" y="1271"/>
                  <a:pt x="4093" y="1286"/>
                </a:cubicBezTo>
                <a:cubicBezTo>
                  <a:pt x="3739" y="1379"/>
                  <a:pt x="3529" y="1741"/>
                  <a:pt x="3622" y="2095"/>
                </a:cubicBezTo>
                <a:cubicBezTo>
                  <a:pt x="3701" y="2394"/>
                  <a:pt x="3969" y="2590"/>
                  <a:pt x="4263" y="2590"/>
                </a:cubicBezTo>
                <a:cubicBezTo>
                  <a:pt x="4319" y="2590"/>
                  <a:pt x="4376" y="2583"/>
                  <a:pt x="4433" y="2568"/>
                </a:cubicBezTo>
                <a:cubicBezTo>
                  <a:pt x="4729" y="2490"/>
                  <a:pt x="4925" y="2223"/>
                  <a:pt x="4927" y="1929"/>
                </a:cubicBezTo>
                <a:lnTo>
                  <a:pt x="5123" y="1878"/>
                </a:lnTo>
                <a:cubicBezTo>
                  <a:pt x="5235" y="1848"/>
                  <a:pt x="5349" y="1834"/>
                  <a:pt x="5462" y="1834"/>
                </a:cubicBezTo>
                <a:cubicBezTo>
                  <a:pt x="5727" y="1834"/>
                  <a:pt x="5988" y="1914"/>
                  <a:pt x="6210" y="2067"/>
                </a:cubicBezTo>
                <a:cubicBezTo>
                  <a:pt x="6529" y="2287"/>
                  <a:pt x="6733" y="2633"/>
                  <a:pt x="6773" y="3017"/>
                </a:cubicBezTo>
                <a:lnTo>
                  <a:pt x="7375" y="8767"/>
                </a:lnTo>
                <a:cubicBezTo>
                  <a:pt x="7443" y="9420"/>
                  <a:pt x="7033" y="10014"/>
                  <a:pt x="6398" y="10181"/>
                </a:cubicBezTo>
                <a:lnTo>
                  <a:pt x="4391" y="10711"/>
                </a:lnTo>
                <a:cubicBezTo>
                  <a:pt x="4276" y="10741"/>
                  <a:pt x="4162" y="10755"/>
                  <a:pt x="4048" y="10755"/>
                </a:cubicBezTo>
                <a:cubicBezTo>
                  <a:pt x="3535" y="10755"/>
                  <a:pt x="3059" y="10455"/>
                  <a:pt x="2844" y="9962"/>
                </a:cubicBezTo>
                <a:lnTo>
                  <a:pt x="534" y="4662"/>
                </a:lnTo>
                <a:cubicBezTo>
                  <a:pt x="380" y="4308"/>
                  <a:pt x="387" y="3907"/>
                  <a:pt x="555" y="3559"/>
                </a:cubicBezTo>
                <a:cubicBezTo>
                  <a:pt x="723" y="3212"/>
                  <a:pt x="1033" y="2956"/>
                  <a:pt x="1407" y="2858"/>
                </a:cubicBezTo>
                <a:lnTo>
                  <a:pt x="1603" y="2805"/>
                </a:lnTo>
                <a:cubicBezTo>
                  <a:pt x="1721" y="3011"/>
                  <a:pt x="1941" y="3139"/>
                  <a:pt x="2178" y="3139"/>
                </a:cubicBezTo>
                <a:cubicBezTo>
                  <a:pt x="2234" y="3139"/>
                  <a:pt x="2291" y="3132"/>
                  <a:pt x="2348" y="3117"/>
                </a:cubicBezTo>
                <a:cubicBezTo>
                  <a:pt x="2702" y="3024"/>
                  <a:pt x="2914" y="2661"/>
                  <a:pt x="2820" y="2307"/>
                </a:cubicBezTo>
                <a:cubicBezTo>
                  <a:pt x="2741" y="2010"/>
                  <a:pt x="2474" y="1813"/>
                  <a:pt x="2180" y="1813"/>
                </a:cubicBezTo>
                <a:cubicBezTo>
                  <a:pt x="2124" y="1813"/>
                  <a:pt x="2067" y="1820"/>
                  <a:pt x="2010" y="1835"/>
                </a:cubicBezTo>
                <a:cubicBezTo>
                  <a:pt x="1721" y="1911"/>
                  <a:pt x="1526" y="2165"/>
                  <a:pt x="1516" y="2448"/>
                </a:cubicBezTo>
                <a:lnTo>
                  <a:pt x="1315" y="2502"/>
                </a:lnTo>
                <a:cubicBezTo>
                  <a:pt x="837" y="2628"/>
                  <a:pt x="440" y="2955"/>
                  <a:pt x="225" y="3399"/>
                </a:cubicBezTo>
                <a:cubicBezTo>
                  <a:pt x="10" y="3843"/>
                  <a:pt x="0" y="4357"/>
                  <a:pt x="197" y="4810"/>
                </a:cubicBezTo>
                <a:lnTo>
                  <a:pt x="2507" y="10110"/>
                </a:lnTo>
                <a:cubicBezTo>
                  <a:pt x="2782" y="10740"/>
                  <a:pt x="3390" y="11124"/>
                  <a:pt x="4048" y="11124"/>
                </a:cubicBezTo>
                <a:cubicBezTo>
                  <a:pt x="4193" y="11124"/>
                  <a:pt x="4340" y="11105"/>
                  <a:pt x="4486" y="11067"/>
                </a:cubicBezTo>
                <a:lnTo>
                  <a:pt x="5290" y="10854"/>
                </a:lnTo>
                <a:lnTo>
                  <a:pt x="5852" y="12986"/>
                </a:lnTo>
                <a:cubicBezTo>
                  <a:pt x="6203" y="14319"/>
                  <a:pt x="7413" y="15203"/>
                  <a:pt x="8732" y="15203"/>
                </a:cubicBezTo>
                <a:cubicBezTo>
                  <a:pt x="8982" y="15203"/>
                  <a:pt x="9236" y="15171"/>
                  <a:pt x="9489" y="15104"/>
                </a:cubicBezTo>
                <a:cubicBezTo>
                  <a:pt x="11077" y="14686"/>
                  <a:pt x="12028" y="13053"/>
                  <a:pt x="11609" y="11467"/>
                </a:cubicBezTo>
                <a:lnTo>
                  <a:pt x="9546" y="3640"/>
                </a:lnTo>
                <a:cubicBezTo>
                  <a:pt x="9179" y="2249"/>
                  <a:pt x="10012" y="819"/>
                  <a:pt x="11403" y="452"/>
                </a:cubicBezTo>
                <a:cubicBezTo>
                  <a:pt x="11625" y="394"/>
                  <a:pt x="11847" y="366"/>
                  <a:pt x="12067" y="366"/>
                </a:cubicBezTo>
                <a:cubicBezTo>
                  <a:pt x="13223" y="366"/>
                  <a:pt x="14283" y="1140"/>
                  <a:pt x="14590" y="2309"/>
                </a:cubicBezTo>
                <a:lnTo>
                  <a:pt x="15172" y="4512"/>
                </a:lnTo>
                <a:cubicBezTo>
                  <a:pt x="14700" y="4721"/>
                  <a:pt x="14436" y="5247"/>
                  <a:pt x="14572" y="5763"/>
                </a:cubicBezTo>
                <a:cubicBezTo>
                  <a:pt x="14699" y="6242"/>
                  <a:pt x="15130" y="6559"/>
                  <a:pt x="15603" y="6559"/>
                </a:cubicBezTo>
                <a:cubicBezTo>
                  <a:pt x="15694" y="6559"/>
                  <a:pt x="15786" y="6548"/>
                  <a:pt x="15878" y="6523"/>
                </a:cubicBezTo>
                <a:cubicBezTo>
                  <a:pt x="16446" y="6377"/>
                  <a:pt x="16787" y="5791"/>
                  <a:pt x="16636" y="5221"/>
                </a:cubicBezTo>
                <a:cubicBezTo>
                  <a:pt x="16510" y="4741"/>
                  <a:pt x="16077" y="4424"/>
                  <a:pt x="15605" y="4424"/>
                </a:cubicBezTo>
                <a:cubicBezTo>
                  <a:pt x="15579" y="4424"/>
                  <a:pt x="15552" y="4425"/>
                  <a:pt x="15526" y="4427"/>
                </a:cubicBezTo>
                <a:lnTo>
                  <a:pt x="14943" y="2218"/>
                </a:lnTo>
                <a:cubicBezTo>
                  <a:pt x="14592" y="885"/>
                  <a:pt x="13383" y="1"/>
                  <a:pt x="12064" y="1"/>
                </a:cubicBezTo>
                <a:close/>
              </a:path>
            </a:pathLst>
          </a:custGeom>
          <a:solidFill>
            <a:srgbClr val="A49FE9">
              <a:alpha val="170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/>
          <p:nvPr/>
        </p:nvSpPr>
        <p:spPr>
          <a:xfrm>
            <a:off x="-999675" y="-1105274"/>
            <a:ext cx="2529362" cy="2529362"/>
          </a:xfrm>
          <a:custGeom>
            <a:avLst/>
            <a:gdLst/>
            <a:ahLst/>
            <a:cxnLst/>
            <a:rect l="l" t="t" r="r" b="b"/>
            <a:pathLst>
              <a:path w="16018" h="16018" extrusionOk="0">
                <a:moveTo>
                  <a:pt x="8008" y="1"/>
                </a:moveTo>
                <a:cubicBezTo>
                  <a:pt x="5884" y="1"/>
                  <a:pt x="3848" y="845"/>
                  <a:pt x="2346" y="2346"/>
                </a:cubicBezTo>
                <a:cubicBezTo>
                  <a:pt x="844" y="3848"/>
                  <a:pt x="0" y="5886"/>
                  <a:pt x="0" y="8010"/>
                </a:cubicBezTo>
                <a:cubicBezTo>
                  <a:pt x="0" y="10134"/>
                  <a:pt x="844" y="12170"/>
                  <a:pt x="2346" y="13672"/>
                </a:cubicBezTo>
                <a:cubicBezTo>
                  <a:pt x="3848" y="15174"/>
                  <a:pt x="5884" y="16018"/>
                  <a:pt x="8008" y="16018"/>
                </a:cubicBezTo>
                <a:cubicBezTo>
                  <a:pt x="10132" y="16018"/>
                  <a:pt x="12170" y="15174"/>
                  <a:pt x="13672" y="13672"/>
                </a:cubicBezTo>
                <a:cubicBezTo>
                  <a:pt x="15173" y="12170"/>
                  <a:pt x="16017" y="10134"/>
                  <a:pt x="16017" y="8010"/>
                </a:cubicBezTo>
                <a:cubicBezTo>
                  <a:pt x="16017" y="5886"/>
                  <a:pt x="15173" y="3848"/>
                  <a:pt x="13672" y="2346"/>
                </a:cubicBezTo>
                <a:cubicBezTo>
                  <a:pt x="12170" y="845"/>
                  <a:pt x="10132" y="1"/>
                  <a:pt x="8008" y="1"/>
                </a:cubicBezTo>
                <a:close/>
              </a:path>
            </a:pathLst>
          </a:custGeom>
          <a:solidFill>
            <a:srgbClr val="C4CBF7">
              <a:alpha val="17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7578774" y="3857850"/>
            <a:ext cx="2609335" cy="2609335"/>
          </a:xfrm>
          <a:custGeom>
            <a:avLst/>
            <a:gdLst/>
            <a:ahLst/>
            <a:cxnLst/>
            <a:rect l="l" t="t" r="r" b="b"/>
            <a:pathLst>
              <a:path w="17330" h="17330" extrusionOk="0">
                <a:moveTo>
                  <a:pt x="8665" y="0"/>
                </a:moveTo>
                <a:cubicBezTo>
                  <a:pt x="6367" y="0"/>
                  <a:pt x="4163" y="914"/>
                  <a:pt x="2538" y="2538"/>
                </a:cubicBezTo>
                <a:cubicBezTo>
                  <a:pt x="914" y="4163"/>
                  <a:pt x="0" y="6367"/>
                  <a:pt x="0" y="8665"/>
                </a:cubicBezTo>
                <a:cubicBezTo>
                  <a:pt x="0" y="10963"/>
                  <a:pt x="914" y="13167"/>
                  <a:pt x="2538" y="14792"/>
                </a:cubicBezTo>
                <a:cubicBezTo>
                  <a:pt x="4163" y="16417"/>
                  <a:pt x="6367" y="17329"/>
                  <a:pt x="8665" y="17329"/>
                </a:cubicBezTo>
                <a:cubicBezTo>
                  <a:pt x="10963" y="17329"/>
                  <a:pt x="13167" y="16417"/>
                  <a:pt x="14792" y="14792"/>
                </a:cubicBezTo>
                <a:cubicBezTo>
                  <a:pt x="16417" y="13167"/>
                  <a:pt x="17329" y="10963"/>
                  <a:pt x="17329" y="8665"/>
                </a:cubicBezTo>
                <a:cubicBezTo>
                  <a:pt x="17329" y="6367"/>
                  <a:pt x="16417" y="4163"/>
                  <a:pt x="14792" y="2538"/>
                </a:cubicBezTo>
                <a:cubicBezTo>
                  <a:pt x="13167" y="914"/>
                  <a:pt x="10963" y="0"/>
                  <a:pt x="8665" y="0"/>
                </a:cubicBezTo>
                <a:close/>
              </a:path>
            </a:pathLst>
          </a:custGeom>
          <a:solidFill>
            <a:srgbClr val="C4CBF7">
              <a:alpha val="17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1683364" y="271271"/>
            <a:ext cx="263434" cy="263721"/>
          </a:xfrm>
          <a:custGeom>
            <a:avLst/>
            <a:gdLst/>
            <a:ahLst/>
            <a:cxnLst/>
            <a:rect l="l" t="t" r="r" b="b"/>
            <a:pathLst>
              <a:path w="1836" h="1838" extrusionOk="0">
                <a:moveTo>
                  <a:pt x="732" y="1"/>
                </a:moveTo>
                <a:cubicBezTo>
                  <a:pt x="662" y="1"/>
                  <a:pt x="604" y="58"/>
                  <a:pt x="604" y="128"/>
                </a:cubicBezTo>
                <a:lnTo>
                  <a:pt x="604" y="605"/>
                </a:lnTo>
                <a:lnTo>
                  <a:pt x="127" y="605"/>
                </a:lnTo>
                <a:cubicBezTo>
                  <a:pt x="57" y="605"/>
                  <a:pt x="0" y="662"/>
                  <a:pt x="0" y="732"/>
                </a:cubicBezTo>
                <a:lnTo>
                  <a:pt x="0" y="1106"/>
                </a:lnTo>
                <a:cubicBezTo>
                  <a:pt x="0" y="1175"/>
                  <a:pt x="56" y="1231"/>
                  <a:pt x="127" y="1233"/>
                </a:cubicBezTo>
                <a:lnTo>
                  <a:pt x="604" y="1233"/>
                </a:lnTo>
                <a:lnTo>
                  <a:pt x="604" y="1710"/>
                </a:lnTo>
                <a:cubicBezTo>
                  <a:pt x="604" y="1780"/>
                  <a:pt x="660" y="1837"/>
                  <a:pt x="732" y="1837"/>
                </a:cubicBezTo>
                <a:lnTo>
                  <a:pt x="1104" y="1837"/>
                </a:lnTo>
                <a:cubicBezTo>
                  <a:pt x="1173" y="1837"/>
                  <a:pt x="1231" y="1781"/>
                  <a:pt x="1231" y="1710"/>
                </a:cubicBezTo>
                <a:lnTo>
                  <a:pt x="1231" y="1233"/>
                </a:lnTo>
                <a:lnTo>
                  <a:pt x="1708" y="1233"/>
                </a:lnTo>
                <a:cubicBezTo>
                  <a:pt x="1778" y="1233"/>
                  <a:pt x="1835" y="1176"/>
                  <a:pt x="1835" y="1106"/>
                </a:cubicBezTo>
                <a:lnTo>
                  <a:pt x="1835" y="732"/>
                </a:lnTo>
                <a:cubicBezTo>
                  <a:pt x="1835" y="663"/>
                  <a:pt x="1780" y="605"/>
                  <a:pt x="1708" y="605"/>
                </a:cubicBezTo>
                <a:lnTo>
                  <a:pt x="1231" y="605"/>
                </a:lnTo>
                <a:lnTo>
                  <a:pt x="1231" y="128"/>
                </a:lnTo>
                <a:cubicBezTo>
                  <a:pt x="1231" y="59"/>
                  <a:pt x="1174" y="1"/>
                  <a:pt x="1104" y="1"/>
                </a:cubicBezTo>
                <a:close/>
              </a:path>
            </a:pathLst>
          </a:cu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2062988" y="1206475"/>
            <a:ext cx="5017800" cy="2155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5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500"/>
              <a:buNone/>
              <a:defRPr sz="45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500"/>
              <a:buNone/>
              <a:defRPr sz="45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500"/>
              <a:buNone/>
              <a:defRPr sz="45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500"/>
              <a:buNone/>
              <a:defRPr sz="45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500"/>
              <a:buNone/>
              <a:defRPr sz="45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500"/>
              <a:buNone/>
              <a:defRPr sz="45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500"/>
              <a:buNone/>
              <a:defRPr sz="45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500"/>
              <a:buNone/>
              <a:defRPr sz="45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2"/>
          <p:cNvSpPr/>
          <p:nvPr/>
        </p:nvSpPr>
        <p:spPr>
          <a:xfrm>
            <a:off x="7578764" y="110705"/>
            <a:ext cx="263434" cy="263434"/>
          </a:xfrm>
          <a:custGeom>
            <a:avLst/>
            <a:gdLst/>
            <a:ahLst/>
            <a:cxnLst/>
            <a:rect l="l" t="t" r="r" b="b"/>
            <a:pathLst>
              <a:path w="1836" h="1836" extrusionOk="0">
                <a:moveTo>
                  <a:pt x="732" y="0"/>
                </a:moveTo>
                <a:cubicBezTo>
                  <a:pt x="663" y="0"/>
                  <a:pt x="605" y="56"/>
                  <a:pt x="605" y="128"/>
                </a:cubicBezTo>
                <a:lnTo>
                  <a:pt x="605" y="605"/>
                </a:lnTo>
                <a:lnTo>
                  <a:pt x="128" y="605"/>
                </a:lnTo>
                <a:cubicBezTo>
                  <a:pt x="58" y="605"/>
                  <a:pt x="1" y="660"/>
                  <a:pt x="1" y="732"/>
                </a:cubicBezTo>
                <a:lnTo>
                  <a:pt x="1" y="1104"/>
                </a:lnTo>
                <a:cubicBezTo>
                  <a:pt x="1" y="1174"/>
                  <a:pt x="58" y="1232"/>
                  <a:pt x="128" y="1232"/>
                </a:cubicBezTo>
                <a:lnTo>
                  <a:pt x="605" y="1232"/>
                </a:lnTo>
                <a:lnTo>
                  <a:pt x="605" y="1709"/>
                </a:lnTo>
                <a:cubicBezTo>
                  <a:pt x="605" y="1778"/>
                  <a:pt x="662" y="1836"/>
                  <a:pt x="732" y="1836"/>
                </a:cubicBezTo>
                <a:lnTo>
                  <a:pt x="1105" y="1836"/>
                </a:lnTo>
                <a:cubicBezTo>
                  <a:pt x="1175" y="1836"/>
                  <a:pt x="1232" y="1780"/>
                  <a:pt x="1232" y="1709"/>
                </a:cubicBezTo>
                <a:lnTo>
                  <a:pt x="1232" y="1232"/>
                </a:lnTo>
                <a:lnTo>
                  <a:pt x="1710" y="1232"/>
                </a:lnTo>
                <a:cubicBezTo>
                  <a:pt x="1779" y="1232"/>
                  <a:pt x="1836" y="1176"/>
                  <a:pt x="1836" y="1104"/>
                </a:cubicBezTo>
                <a:lnTo>
                  <a:pt x="1836" y="732"/>
                </a:lnTo>
                <a:cubicBezTo>
                  <a:pt x="1836" y="663"/>
                  <a:pt x="1780" y="605"/>
                  <a:pt x="1710" y="605"/>
                </a:cubicBezTo>
                <a:lnTo>
                  <a:pt x="1232" y="605"/>
                </a:lnTo>
                <a:lnTo>
                  <a:pt x="1232" y="128"/>
                </a:lnTo>
                <a:cubicBezTo>
                  <a:pt x="1232" y="58"/>
                  <a:pt x="1176" y="0"/>
                  <a:pt x="1105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5" name="Google Shape;15;p2"/>
          <p:cNvGrpSpPr/>
          <p:nvPr/>
        </p:nvGrpSpPr>
        <p:grpSpPr>
          <a:xfrm>
            <a:off x="8709850" y="1555625"/>
            <a:ext cx="203602" cy="1018158"/>
            <a:chOff x="8751738" y="3407237"/>
            <a:chExt cx="203602" cy="1018158"/>
          </a:xfrm>
        </p:grpSpPr>
        <p:sp>
          <p:nvSpPr>
            <p:cNvPr id="16" name="Google Shape;16;p2"/>
            <p:cNvSpPr/>
            <p:nvPr/>
          </p:nvSpPr>
          <p:spPr>
            <a:xfrm>
              <a:off x="8900243" y="4370298"/>
              <a:ext cx="55097" cy="55097"/>
            </a:xfrm>
            <a:custGeom>
              <a:avLst/>
              <a:gdLst/>
              <a:ahLst/>
              <a:cxnLst/>
              <a:rect l="l" t="t" r="r" b="b"/>
              <a:pathLst>
                <a:path w="384" h="384" extrusionOk="0">
                  <a:moveTo>
                    <a:pt x="192" y="1"/>
                  </a:moveTo>
                  <a:cubicBezTo>
                    <a:pt x="86" y="1"/>
                    <a:pt x="1" y="86"/>
                    <a:pt x="1" y="192"/>
                  </a:cubicBezTo>
                  <a:cubicBezTo>
                    <a:pt x="1" y="298"/>
                    <a:pt x="86" y="383"/>
                    <a:pt x="192" y="383"/>
                  </a:cubicBezTo>
                  <a:cubicBezTo>
                    <a:pt x="298" y="383"/>
                    <a:pt x="384" y="298"/>
                    <a:pt x="384" y="192"/>
                  </a:cubicBezTo>
                  <a:cubicBezTo>
                    <a:pt x="384" y="86"/>
                    <a:pt x="298" y="1"/>
                    <a:pt x="19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8900243" y="4156220"/>
              <a:ext cx="55097" cy="54954"/>
            </a:xfrm>
            <a:custGeom>
              <a:avLst/>
              <a:gdLst/>
              <a:ahLst/>
              <a:cxnLst/>
              <a:rect l="l" t="t" r="r" b="b"/>
              <a:pathLst>
                <a:path w="384" h="383" extrusionOk="0">
                  <a:moveTo>
                    <a:pt x="192" y="1"/>
                  </a:moveTo>
                  <a:cubicBezTo>
                    <a:pt x="86" y="1"/>
                    <a:pt x="1" y="86"/>
                    <a:pt x="1" y="192"/>
                  </a:cubicBezTo>
                  <a:cubicBezTo>
                    <a:pt x="1" y="298"/>
                    <a:pt x="86" y="382"/>
                    <a:pt x="192" y="382"/>
                  </a:cubicBezTo>
                  <a:cubicBezTo>
                    <a:pt x="298" y="382"/>
                    <a:pt x="384" y="298"/>
                    <a:pt x="384" y="192"/>
                  </a:cubicBezTo>
                  <a:cubicBezTo>
                    <a:pt x="384" y="86"/>
                    <a:pt x="298" y="1"/>
                    <a:pt x="19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8900243" y="3942287"/>
              <a:ext cx="55097" cy="55097"/>
            </a:xfrm>
            <a:custGeom>
              <a:avLst/>
              <a:gdLst/>
              <a:ahLst/>
              <a:cxnLst/>
              <a:rect l="l" t="t" r="r" b="b"/>
              <a:pathLst>
                <a:path w="384" h="384" extrusionOk="0">
                  <a:moveTo>
                    <a:pt x="192" y="1"/>
                  </a:moveTo>
                  <a:cubicBezTo>
                    <a:pt x="86" y="1"/>
                    <a:pt x="1" y="86"/>
                    <a:pt x="1" y="192"/>
                  </a:cubicBezTo>
                  <a:cubicBezTo>
                    <a:pt x="1" y="298"/>
                    <a:pt x="86" y="383"/>
                    <a:pt x="192" y="383"/>
                  </a:cubicBezTo>
                  <a:cubicBezTo>
                    <a:pt x="298" y="383"/>
                    <a:pt x="384" y="298"/>
                    <a:pt x="384" y="192"/>
                  </a:cubicBezTo>
                  <a:cubicBezTo>
                    <a:pt x="384" y="86"/>
                    <a:pt x="298" y="1"/>
                    <a:pt x="19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8900243" y="3728496"/>
              <a:ext cx="55097" cy="54954"/>
            </a:xfrm>
            <a:custGeom>
              <a:avLst/>
              <a:gdLst/>
              <a:ahLst/>
              <a:cxnLst/>
              <a:rect l="l" t="t" r="r" b="b"/>
              <a:pathLst>
                <a:path w="384" h="383" extrusionOk="0">
                  <a:moveTo>
                    <a:pt x="192" y="1"/>
                  </a:moveTo>
                  <a:cubicBezTo>
                    <a:pt x="86" y="1"/>
                    <a:pt x="1" y="86"/>
                    <a:pt x="1" y="191"/>
                  </a:cubicBezTo>
                  <a:cubicBezTo>
                    <a:pt x="1" y="297"/>
                    <a:pt x="86" y="382"/>
                    <a:pt x="192" y="382"/>
                  </a:cubicBezTo>
                  <a:cubicBezTo>
                    <a:pt x="298" y="382"/>
                    <a:pt x="384" y="297"/>
                    <a:pt x="384" y="191"/>
                  </a:cubicBezTo>
                  <a:cubicBezTo>
                    <a:pt x="384" y="86"/>
                    <a:pt x="298" y="1"/>
                    <a:pt x="19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8900243" y="3514563"/>
              <a:ext cx="55097" cy="54954"/>
            </a:xfrm>
            <a:custGeom>
              <a:avLst/>
              <a:gdLst/>
              <a:ahLst/>
              <a:cxnLst/>
              <a:rect l="l" t="t" r="r" b="b"/>
              <a:pathLst>
                <a:path w="384" h="383" extrusionOk="0">
                  <a:moveTo>
                    <a:pt x="192" y="1"/>
                  </a:moveTo>
                  <a:cubicBezTo>
                    <a:pt x="86" y="1"/>
                    <a:pt x="1" y="86"/>
                    <a:pt x="1" y="192"/>
                  </a:cubicBezTo>
                  <a:cubicBezTo>
                    <a:pt x="1" y="297"/>
                    <a:pt x="86" y="382"/>
                    <a:pt x="192" y="382"/>
                  </a:cubicBezTo>
                  <a:cubicBezTo>
                    <a:pt x="298" y="382"/>
                    <a:pt x="384" y="297"/>
                    <a:pt x="384" y="192"/>
                  </a:cubicBezTo>
                  <a:cubicBezTo>
                    <a:pt x="384" y="86"/>
                    <a:pt x="298" y="1"/>
                    <a:pt x="19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8751738" y="4262829"/>
              <a:ext cx="54954" cy="55097"/>
            </a:xfrm>
            <a:custGeom>
              <a:avLst/>
              <a:gdLst/>
              <a:ahLst/>
              <a:cxnLst/>
              <a:rect l="l" t="t" r="r" b="b"/>
              <a:pathLst>
                <a:path w="383" h="384" extrusionOk="0">
                  <a:moveTo>
                    <a:pt x="191" y="1"/>
                  </a:moveTo>
                  <a:cubicBezTo>
                    <a:pt x="86" y="1"/>
                    <a:pt x="0" y="86"/>
                    <a:pt x="0" y="192"/>
                  </a:cubicBezTo>
                  <a:cubicBezTo>
                    <a:pt x="0" y="298"/>
                    <a:pt x="86" y="384"/>
                    <a:pt x="191" y="384"/>
                  </a:cubicBezTo>
                  <a:cubicBezTo>
                    <a:pt x="297" y="384"/>
                    <a:pt x="382" y="298"/>
                    <a:pt x="382" y="192"/>
                  </a:cubicBezTo>
                  <a:cubicBezTo>
                    <a:pt x="382" y="86"/>
                    <a:pt x="297" y="1"/>
                    <a:pt x="1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8751738" y="4048895"/>
              <a:ext cx="54954" cy="55097"/>
            </a:xfrm>
            <a:custGeom>
              <a:avLst/>
              <a:gdLst/>
              <a:ahLst/>
              <a:cxnLst/>
              <a:rect l="l" t="t" r="r" b="b"/>
              <a:pathLst>
                <a:path w="383" h="384" extrusionOk="0">
                  <a:moveTo>
                    <a:pt x="191" y="1"/>
                  </a:moveTo>
                  <a:cubicBezTo>
                    <a:pt x="86" y="1"/>
                    <a:pt x="0" y="86"/>
                    <a:pt x="0" y="192"/>
                  </a:cubicBezTo>
                  <a:cubicBezTo>
                    <a:pt x="0" y="298"/>
                    <a:pt x="86" y="384"/>
                    <a:pt x="191" y="384"/>
                  </a:cubicBezTo>
                  <a:cubicBezTo>
                    <a:pt x="297" y="384"/>
                    <a:pt x="382" y="298"/>
                    <a:pt x="382" y="192"/>
                  </a:cubicBezTo>
                  <a:cubicBezTo>
                    <a:pt x="382" y="86"/>
                    <a:pt x="297" y="1"/>
                    <a:pt x="1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8751738" y="3835105"/>
              <a:ext cx="54954" cy="54954"/>
            </a:xfrm>
            <a:custGeom>
              <a:avLst/>
              <a:gdLst/>
              <a:ahLst/>
              <a:cxnLst/>
              <a:rect l="l" t="t" r="r" b="b"/>
              <a:pathLst>
                <a:path w="383" h="383" extrusionOk="0">
                  <a:moveTo>
                    <a:pt x="191" y="1"/>
                  </a:moveTo>
                  <a:cubicBezTo>
                    <a:pt x="86" y="1"/>
                    <a:pt x="0" y="87"/>
                    <a:pt x="0" y="191"/>
                  </a:cubicBezTo>
                  <a:cubicBezTo>
                    <a:pt x="0" y="297"/>
                    <a:pt x="86" y="383"/>
                    <a:pt x="191" y="383"/>
                  </a:cubicBezTo>
                  <a:cubicBezTo>
                    <a:pt x="297" y="383"/>
                    <a:pt x="382" y="297"/>
                    <a:pt x="382" y="191"/>
                  </a:cubicBezTo>
                  <a:cubicBezTo>
                    <a:pt x="382" y="87"/>
                    <a:pt x="297" y="1"/>
                    <a:pt x="1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8751738" y="3621171"/>
              <a:ext cx="54954" cy="54954"/>
            </a:xfrm>
            <a:custGeom>
              <a:avLst/>
              <a:gdLst/>
              <a:ahLst/>
              <a:cxnLst/>
              <a:rect l="l" t="t" r="r" b="b"/>
              <a:pathLst>
                <a:path w="383" h="383" extrusionOk="0">
                  <a:moveTo>
                    <a:pt x="191" y="1"/>
                  </a:moveTo>
                  <a:cubicBezTo>
                    <a:pt x="86" y="1"/>
                    <a:pt x="0" y="87"/>
                    <a:pt x="0" y="192"/>
                  </a:cubicBezTo>
                  <a:cubicBezTo>
                    <a:pt x="0" y="297"/>
                    <a:pt x="86" y="383"/>
                    <a:pt x="191" y="383"/>
                  </a:cubicBezTo>
                  <a:cubicBezTo>
                    <a:pt x="297" y="383"/>
                    <a:pt x="382" y="297"/>
                    <a:pt x="382" y="192"/>
                  </a:cubicBezTo>
                  <a:cubicBezTo>
                    <a:pt x="382" y="87"/>
                    <a:pt x="297" y="1"/>
                    <a:pt x="1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8751738" y="3407237"/>
              <a:ext cx="54954" cy="55097"/>
            </a:xfrm>
            <a:custGeom>
              <a:avLst/>
              <a:gdLst/>
              <a:ahLst/>
              <a:cxnLst/>
              <a:rect l="l" t="t" r="r" b="b"/>
              <a:pathLst>
                <a:path w="383" h="384" extrusionOk="0">
                  <a:moveTo>
                    <a:pt x="191" y="1"/>
                  </a:moveTo>
                  <a:cubicBezTo>
                    <a:pt x="86" y="1"/>
                    <a:pt x="0" y="87"/>
                    <a:pt x="0" y="192"/>
                  </a:cubicBezTo>
                  <a:cubicBezTo>
                    <a:pt x="0" y="298"/>
                    <a:pt x="86" y="384"/>
                    <a:pt x="191" y="384"/>
                  </a:cubicBezTo>
                  <a:cubicBezTo>
                    <a:pt x="297" y="384"/>
                    <a:pt x="382" y="298"/>
                    <a:pt x="382" y="192"/>
                  </a:cubicBezTo>
                  <a:cubicBezTo>
                    <a:pt x="382" y="87"/>
                    <a:pt x="297" y="1"/>
                    <a:pt x="1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" name="Google Shape;26;p2"/>
          <p:cNvGrpSpPr/>
          <p:nvPr/>
        </p:nvGrpSpPr>
        <p:grpSpPr>
          <a:xfrm>
            <a:off x="280122" y="2615246"/>
            <a:ext cx="203746" cy="1017728"/>
            <a:chOff x="226122" y="728258"/>
            <a:chExt cx="203746" cy="1017728"/>
          </a:xfrm>
        </p:grpSpPr>
        <p:sp>
          <p:nvSpPr>
            <p:cNvPr id="27" name="Google Shape;27;p2"/>
            <p:cNvSpPr/>
            <p:nvPr/>
          </p:nvSpPr>
          <p:spPr>
            <a:xfrm>
              <a:off x="374914" y="1690888"/>
              <a:ext cx="54954" cy="55097"/>
            </a:xfrm>
            <a:custGeom>
              <a:avLst/>
              <a:gdLst/>
              <a:ahLst/>
              <a:cxnLst/>
              <a:rect l="l" t="t" r="r" b="b"/>
              <a:pathLst>
                <a:path w="383" h="384" extrusionOk="0">
                  <a:moveTo>
                    <a:pt x="191" y="1"/>
                  </a:moveTo>
                  <a:cubicBezTo>
                    <a:pt x="86" y="1"/>
                    <a:pt x="1" y="86"/>
                    <a:pt x="1" y="192"/>
                  </a:cubicBezTo>
                  <a:cubicBezTo>
                    <a:pt x="1" y="298"/>
                    <a:pt x="86" y="384"/>
                    <a:pt x="191" y="384"/>
                  </a:cubicBezTo>
                  <a:cubicBezTo>
                    <a:pt x="297" y="384"/>
                    <a:pt x="382" y="298"/>
                    <a:pt x="382" y="192"/>
                  </a:cubicBezTo>
                  <a:cubicBezTo>
                    <a:pt x="382" y="86"/>
                    <a:pt x="297" y="1"/>
                    <a:pt x="1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374914" y="1477098"/>
              <a:ext cx="54954" cy="54954"/>
            </a:xfrm>
            <a:custGeom>
              <a:avLst/>
              <a:gdLst/>
              <a:ahLst/>
              <a:cxnLst/>
              <a:rect l="l" t="t" r="r" b="b"/>
              <a:pathLst>
                <a:path w="383" h="383" extrusionOk="0">
                  <a:moveTo>
                    <a:pt x="191" y="1"/>
                  </a:moveTo>
                  <a:cubicBezTo>
                    <a:pt x="86" y="1"/>
                    <a:pt x="1" y="87"/>
                    <a:pt x="1" y="191"/>
                  </a:cubicBezTo>
                  <a:cubicBezTo>
                    <a:pt x="1" y="297"/>
                    <a:pt x="86" y="383"/>
                    <a:pt x="191" y="383"/>
                  </a:cubicBezTo>
                  <a:cubicBezTo>
                    <a:pt x="297" y="383"/>
                    <a:pt x="382" y="297"/>
                    <a:pt x="382" y="191"/>
                  </a:cubicBezTo>
                  <a:cubicBezTo>
                    <a:pt x="382" y="87"/>
                    <a:pt x="297" y="1"/>
                    <a:pt x="1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374914" y="1263164"/>
              <a:ext cx="54954" cy="54954"/>
            </a:xfrm>
            <a:custGeom>
              <a:avLst/>
              <a:gdLst/>
              <a:ahLst/>
              <a:cxnLst/>
              <a:rect l="l" t="t" r="r" b="b"/>
              <a:pathLst>
                <a:path w="383" h="383" extrusionOk="0">
                  <a:moveTo>
                    <a:pt x="191" y="1"/>
                  </a:moveTo>
                  <a:cubicBezTo>
                    <a:pt x="86" y="1"/>
                    <a:pt x="1" y="87"/>
                    <a:pt x="1" y="192"/>
                  </a:cubicBezTo>
                  <a:cubicBezTo>
                    <a:pt x="1" y="297"/>
                    <a:pt x="86" y="383"/>
                    <a:pt x="191" y="383"/>
                  </a:cubicBezTo>
                  <a:cubicBezTo>
                    <a:pt x="297" y="383"/>
                    <a:pt x="382" y="297"/>
                    <a:pt x="382" y="192"/>
                  </a:cubicBezTo>
                  <a:cubicBezTo>
                    <a:pt x="382" y="87"/>
                    <a:pt x="297" y="1"/>
                    <a:pt x="1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374914" y="1049230"/>
              <a:ext cx="54954" cy="54954"/>
            </a:xfrm>
            <a:custGeom>
              <a:avLst/>
              <a:gdLst/>
              <a:ahLst/>
              <a:cxnLst/>
              <a:rect l="l" t="t" r="r" b="b"/>
              <a:pathLst>
                <a:path w="383" h="383" extrusionOk="0">
                  <a:moveTo>
                    <a:pt x="191" y="1"/>
                  </a:moveTo>
                  <a:cubicBezTo>
                    <a:pt x="86" y="1"/>
                    <a:pt x="1" y="87"/>
                    <a:pt x="1" y="192"/>
                  </a:cubicBezTo>
                  <a:cubicBezTo>
                    <a:pt x="1" y="297"/>
                    <a:pt x="85" y="383"/>
                    <a:pt x="189" y="383"/>
                  </a:cubicBezTo>
                  <a:cubicBezTo>
                    <a:pt x="190" y="383"/>
                    <a:pt x="190" y="383"/>
                    <a:pt x="191" y="383"/>
                  </a:cubicBezTo>
                  <a:cubicBezTo>
                    <a:pt x="297" y="383"/>
                    <a:pt x="382" y="297"/>
                    <a:pt x="382" y="192"/>
                  </a:cubicBezTo>
                  <a:cubicBezTo>
                    <a:pt x="382" y="87"/>
                    <a:pt x="297" y="1"/>
                    <a:pt x="1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374914" y="835297"/>
              <a:ext cx="54954" cy="55097"/>
            </a:xfrm>
            <a:custGeom>
              <a:avLst/>
              <a:gdLst/>
              <a:ahLst/>
              <a:cxnLst/>
              <a:rect l="l" t="t" r="r" b="b"/>
              <a:pathLst>
                <a:path w="383" h="384" extrusionOk="0">
                  <a:moveTo>
                    <a:pt x="191" y="1"/>
                  </a:moveTo>
                  <a:cubicBezTo>
                    <a:pt x="86" y="1"/>
                    <a:pt x="1" y="87"/>
                    <a:pt x="1" y="192"/>
                  </a:cubicBezTo>
                  <a:cubicBezTo>
                    <a:pt x="1" y="298"/>
                    <a:pt x="86" y="384"/>
                    <a:pt x="191" y="384"/>
                  </a:cubicBezTo>
                  <a:cubicBezTo>
                    <a:pt x="297" y="384"/>
                    <a:pt x="382" y="298"/>
                    <a:pt x="382" y="192"/>
                  </a:cubicBezTo>
                  <a:cubicBezTo>
                    <a:pt x="382" y="87"/>
                    <a:pt x="297" y="1"/>
                    <a:pt x="1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226122" y="1583850"/>
              <a:ext cx="54810" cy="54954"/>
            </a:xfrm>
            <a:custGeom>
              <a:avLst/>
              <a:gdLst/>
              <a:ahLst/>
              <a:cxnLst/>
              <a:rect l="l" t="t" r="r" b="b"/>
              <a:pathLst>
                <a:path w="382" h="383" extrusionOk="0">
                  <a:moveTo>
                    <a:pt x="191" y="0"/>
                  </a:moveTo>
                  <a:cubicBezTo>
                    <a:pt x="86" y="0"/>
                    <a:pt x="0" y="86"/>
                    <a:pt x="0" y="191"/>
                  </a:cubicBezTo>
                  <a:cubicBezTo>
                    <a:pt x="0" y="297"/>
                    <a:pt x="86" y="382"/>
                    <a:pt x="191" y="382"/>
                  </a:cubicBezTo>
                  <a:cubicBezTo>
                    <a:pt x="296" y="382"/>
                    <a:pt x="382" y="297"/>
                    <a:pt x="382" y="191"/>
                  </a:cubicBezTo>
                  <a:cubicBezTo>
                    <a:pt x="382" y="86"/>
                    <a:pt x="296" y="0"/>
                    <a:pt x="19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226122" y="1369916"/>
              <a:ext cx="54810" cy="54954"/>
            </a:xfrm>
            <a:custGeom>
              <a:avLst/>
              <a:gdLst/>
              <a:ahLst/>
              <a:cxnLst/>
              <a:rect l="l" t="t" r="r" b="b"/>
              <a:pathLst>
                <a:path w="382" h="383" extrusionOk="0">
                  <a:moveTo>
                    <a:pt x="191" y="0"/>
                  </a:moveTo>
                  <a:cubicBezTo>
                    <a:pt x="86" y="0"/>
                    <a:pt x="0" y="86"/>
                    <a:pt x="0" y="192"/>
                  </a:cubicBezTo>
                  <a:cubicBezTo>
                    <a:pt x="0" y="297"/>
                    <a:pt x="86" y="382"/>
                    <a:pt x="191" y="382"/>
                  </a:cubicBezTo>
                  <a:cubicBezTo>
                    <a:pt x="296" y="382"/>
                    <a:pt x="382" y="297"/>
                    <a:pt x="382" y="192"/>
                  </a:cubicBezTo>
                  <a:cubicBezTo>
                    <a:pt x="382" y="86"/>
                    <a:pt x="296" y="0"/>
                    <a:pt x="19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226122" y="1155982"/>
              <a:ext cx="54810" cy="54954"/>
            </a:xfrm>
            <a:custGeom>
              <a:avLst/>
              <a:gdLst/>
              <a:ahLst/>
              <a:cxnLst/>
              <a:rect l="l" t="t" r="r" b="b"/>
              <a:pathLst>
                <a:path w="382" h="383" extrusionOk="0">
                  <a:moveTo>
                    <a:pt x="191" y="0"/>
                  </a:moveTo>
                  <a:cubicBezTo>
                    <a:pt x="86" y="0"/>
                    <a:pt x="0" y="86"/>
                    <a:pt x="0" y="192"/>
                  </a:cubicBezTo>
                  <a:cubicBezTo>
                    <a:pt x="0" y="298"/>
                    <a:pt x="86" y="382"/>
                    <a:pt x="191" y="382"/>
                  </a:cubicBezTo>
                  <a:cubicBezTo>
                    <a:pt x="296" y="382"/>
                    <a:pt x="382" y="298"/>
                    <a:pt x="382" y="192"/>
                  </a:cubicBezTo>
                  <a:cubicBezTo>
                    <a:pt x="382" y="86"/>
                    <a:pt x="296" y="0"/>
                    <a:pt x="19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226122" y="942048"/>
              <a:ext cx="54810" cy="55097"/>
            </a:xfrm>
            <a:custGeom>
              <a:avLst/>
              <a:gdLst/>
              <a:ahLst/>
              <a:cxnLst/>
              <a:rect l="l" t="t" r="r" b="b"/>
              <a:pathLst>
                <a:path w="382" h="384" extrusionOk="0">
                  <a:moveTo>
                    <a:pt x="191" y="0"/>
                  </a:moveTo>
                  <a:cubicBezTo>
                    <a:pt x="86" y="0"/>
                    <a:pt x="0" y="86"/>
                    <a:pt x="0" y="192"/>
                  </a:cubicBezTo>
                  <a:cubicBezTo>
                    <a:pt x="0" y="298"/>
                    <a:pt x="86" y="383"/>
                    <a:pt x="191" y="383"/>
                  </a:cubicBezTo>
                  <a:cubicBezTo>
                    <a:pt x="296" y="383"/>
                    <a:pt x="382" y="298"/>
                    <a:pt x="382" y="192"/>
                  </a:cubicBezTo>
                  <a:cubicBezTo>
                    <a:pt x="382" y="86"/>
                    <a:pt x="296" y="0"/>
                    <a:pt x="19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226122" y="728258"/>
              <a:ext cx="54810" cy="54954"/>
            </a:xfrm>
            <a:custGeom>
              <a:avLst/>
              <a:gdLst/>
              <a:ahLst/>
              <a:cxnLst/>
              <a:rect l="l" t="t" r="r" b="b"/>
              <a:pathLst>
                <a:path w="382" h="383" extrusionOk="0">
                  <a:moveTo>
                    <a:pt x="191" y="0"/>
                  </a:moveTo>
                  <a:cubicBezTo>
                    <a:pt x="86" y="0"/>
                    <a:pt x="0" y="86"/>
                    <a:pt x="0" y="191"/>
                  </a:cubicBezTo>
                  <a:cubicBezTo>
                    <a:pt x="0" y="296"/>
                    <a:pt x="86" y="382"/>
                    <a:pt x="191" y="382"/>
                  </a:cubicBezTo>
                  <a:cubicBezTo>
                    <a:pt x="296" y="382"/>
                    <a:pt x="382" y="297"/>
                    <a:pt x="382" y="191"/>
                  </a:cubicBezTo>
                  <a:cubicBezTo>
                    <a:pt x="382" y="86"/>
                    <a:pt x="296" y="0"/>
                    <a:pt x="19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7" name="Google Shape;37;p2"/>
          <p:cNvSpPr/>
          <p:nvPr/>
        </p:nvSpPr>
        <p:spPr>
          <a:xfrm>
            <a:off x="8709851" y="3156859"/>
            <a:ext cx="263434" cy="263721"/>
          </a:xfrm>
          <a:custGeom>
            <a:avLst/>
            <a:gdLst/>
            <a:ahLst/>
            <a:cxnLst/>
            <a:rect l="l" t="t" r="r" b="b"/>
            <a:pathLst>
              <a:path w="1836" h="1838" extrusionOk="0">
                <a:moveTo>
                  <a:pt x="732" y="1"/>
                </a:moveTo>
                <a:cubicBezTo>
                  <a:pt x="662" y="1"/>
                  <a:pt x="604" y="58"/>
                  <a:pt x="604" y="128"/>
                </a:cubicBezTo>
                <a:lnTo>
                  <a:pt x="604" y="605"/>
                </a:lnTo>
                <a:lnTo>
                  <a:pt x="127" y="605"/>
                </a:lnTo>
                <a:cubicBezTo>
                  <a:pt x="57" y="605"/>
                  <a:pt x="0" y="662"/>
                  <a:pt x="0" y="732"/>
                </a:cubicBezTo>
                <a:lnTo>
                  <a:pt x="0" y="1106"/>
                </a:lnTo>
                <a:cubicBezTo>
                  <a:pt x="0" y="1175"/>
                  <a:pt x="56" y="1231"/>
                  <a:pt x="127" y="1233"/>
                </a:cubicBezTo>
                <a:lnTo>
                  <a:pt x="604" y="1233"/>
                </a:lnTo>
                <a:lnTo>
                  <a:pt x="604" y="1710"/>
                </a:lnTo>
                <a:cubicBezTo>
                  <a:pt x="604" y="1780"/>
                  <a:pt x="660" y="1837"/>
                  <a:pt x="732" y="1837"/>
                </a:cubicBezTo>
                <a:lnTo>
                  <a:pt x="1104" y="1837"/>
                </a:lnTo>
                <a:cubicBezTo>
                  <a:pt x="1173" y="1837"/>
                  <a:pt x="1231" y="1781"/>
                  <a:pt x="1231" y="1710"/>
                </a:cubicBezTo>
                <a:lnTo>
                  <a:pt x="1231" y="1233"/>
                </a:lnTo>
                <a:lnTo>
                  <a:pt x="1708" y="1233"/>
                </a:lnTo>
                <a:cubicBezTo>
                  <a:pt x="1778" y="1233"/>
                  <a:pt x="1835" y="1176"/>
                  <a:pt x="1835" y="1106"/>
                </a:cubicBezTo>
                <a:lnTo>
                  <a:pt x="1835" y="732"/>
                </a:lnTo>
                <a:cubicBezTo>
                  <a:pt x="1835" y="663"/>
                  <a:pt x="1780" y="605"/>
                  <a:pt x="1708" y="605"/>
                </a:cubicBezTo>
                <a:lnTo>
                  <a:pt x="1231" y="605"/>
                </a:lnTo>
                <a:lnTo>
                  <a:pt x="1231" y="128"/>
                </a:lnTo>
                <a:cubicBezTo>
                  <a:pt x="1231" y="59"/>
                  <a:pt x="1174" y="1"/>
                  <a:pt x="1104" y="1"/>
                </a:cubicBezTo>
                <a:close/>
              </a:path>
            </a:pathLst>
          </a:cu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2"/>
          <p:cNvSpPr/>
          <p:nvPr/>
        </p:nvSpPr>
        <p:spPr>
          <a:xfrm>
            <a:off x="7177076" y="4773496"/>
            <a:ext cx="263434" cy="263721"/>
          </a:xfrm>
          <a:custGeom>
            <a:avLst/>
            <a:gdLst/>
            <a:ahLst/>
            <a:cxnLst/>
            <a:rect l="l" t="t" r="r" b="b"/>
            <a:pathLst>
              <a:path w="1836" h="1838" extrusionOk="0">
                <a:moveTo>
                  <a:pt x="732" y="1"/>
                </a:moveTo>
                <a:cubicBezTo>
                  <a:pt x="662" y="1"/>
                  <a:pt x="604" y="58"/>
                  <a:pt x="604" y="128"/>
                </a:cubicBezTo>
                <a:lnTo>
                  <a:pt x="604" y="605"/>
                </a:lnTo>
                <a:lnTo>
                  <a:pt x="127" y="605"/>
                </a:lnTo>
                <a:cubicBezTo>
                  <a:pt x="57" y="605"/>
                  <a:pt x="0" y="662"/>
                  <a:pt x="0" y="732"/>
                </a:cubicBezTo>
                <a:lnTo>
                  <a:pt x="0" y="1106"/>
                </a:lnTo>
                <a:cubicBezTo>
                  <a:pt x="0" y="1175"/>
                  <a:pt x="56" y="1231"/>
                  <a:pt x="127" y="1233"/>
                </a:cubicBezTo>
                <a:lnTo>
                  <a:pt x="604" y="1233"/>
                </a:lnTo>
                <a:lnTo>
                  <a:pt x="604" y="1710"/>
                </a:lnTo>
                <a:cubicBezTo>
                  <a:pt x="604" y="1780"/>
                  <a:pt x="660" y="1837"/>
                  <a:pt x="732" y="1837"/>
                </a:cubicBezTo>
                <a:lnTo>
                  <a:pt x="1104" y="1837"/>
                </a:lnTo>
                <a:cubicBezTo>
                  <a:pt x="1173" y="1837"/>
                  <a:pt x="1231" y="1781"/>
                  <a:pt x="1231" y="1710"/>
                </a:cubicBezTo>
                <a:lnTo>
                  <a:pt x="1231" y="1233"/>
                </a:lnTo>
                <a:lnTo>
                  <a:pt x="1708" y="1233"/>
                </a:lnTo>
                <a:cubicBezTo>
                  <a:pt x="1778" y="1233"/>
                  <a:pt x="1835" y="1176"/>
                  <a:pt x="1835" y="1106"/>
                </a:cubicBezTo>
                <a:lnTo>
                  <a:pt x="1835" y="732"/>
                </a:lnTo>
                <a:cubicBezTo>
                  <a:pt x="1835" y="663"/>
                  <a:pt x="1780" y="605"/>
                  <a:pt x="1708" y="605"/>
                </a:cubicBezTo>
                <a:lnTo>
                  <a:pt x="1231" y="605"/>
                </a:lnTo>
                <a:lnTo>
                  <a:pt x="1231" y="128"/>
                </a:lnTo>
                <a:cubicBezTo>
                  <a:pt x="1231" y="59"/>
                  <a:pt x="1174" y="1"/>
                  <a:pt x="1104" y="1"/>
                </a:cubicBezTo>
                <a:close/>
              </a:path>
            </a:pathLst>
          </a:cu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2"/>
          <p:cNvSpPr txBox="1">
            <a:spLocks noGrp="1"/>
          </p:cNvSpPr>
          <p:nvPr>
            <p:ph type="subTitle" idx="1"/>
          </p:nvPr>
        </p:nvSpPr>
        <p:spPr>
          <a:xfrm>
            <a:off x="2382775" y="3420575"/>
            <a:ext cx="4378500" cy="4095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dk1"/>
              </a:gs>
            </a:gsLst>
            <a:lin ang="5400700" scaled="0"/>
          </a:gra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accent6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7"/>
          <p:cNvSpPr/>
          <p:nvPr/>
        </p:nvSpPr>
        <p:spPr>
          <a:xfrm>
            <a:off x="7366750" y="3823724"/>
            <a:ext cx="3172799" cy="3172799"/>
          </a:xfrm>
          <a:custGeom>
            <a:avLst/>
            <a:gdLst/>
            <a:ahLst/>
            <a:cxnLst/>
            <a:rect l="l" t="t" r="r" b="b"/>
            <a:pathLst>
              <a:path w="25874" h="25874" extrusionOk="0">
                <a:moveTo>
                  <a:pt x="12937" y="1"/>
                </a:moveTo>
                <a:cubicBezTo>
                  <a:pt x="9506" y="1"/>
                  <a:pt x="6216" y="1363"/>
                  <a:pt x="3789" y="3789"/>
                </a:cubicBezTo>
                <a:cubicBezTo>
                  <a:pt x="1363" y="6216"/>
                  <a:pt x="1" y="9506"/>
                  <a:pt x="1" y="12937"/>
                </a:cubicBezTo>
                <a:cubicBezTo>
                  <a:pt x="1" y="16368"/>
                  <a:pt x="1363" y="19658"/>
                  <a:pt x="3789" y="22084"/>
                </a:cubicBezTo>
                <a:cubicBezTo>
                  <a:pt x="6216" y="24510"/>
                  <a:pt x="9506" y="25874"/>
                  <a:pt x="12937" y="25874"/>
                </a:cubicBezTo>
                <a:cubicBezTo>
                  <a:pt x="16368" y="25874"/>
                  <a:pt x="19658" y="24510"/>
                  <a:pt x="22084" y="22084"/>
                </a:cubicBezTo>
                <a:cubicBezTo>
                  <a:pt x="24510" y="19658"/>
                  <a:pt x="25874" y="16368"/>
                  <a:pt x="25874" y="12937"/>
                </a:cubicBezTo>
                <a:cubicBezTo>
                  <a:pt x="25874" y="9506"/>
                  <a:pt x="24510" y="6216"/>
                  <a:pt x="22084" y="3789"/>
                </a:cubicBezTo>
                <a:cubicBezTo>
                  <a:pt x="19658" y="1363"/>
                  <a:pt x="16368" y="1"/>
                  <a:pt x="12937" y="1"/>
                </a:cubicBezTo>
                <a:close/>
              </a:path>
            </a:pathLst>
          </a:custGeom>
          <a:solidFill>
            <a:srgbClr val="C4CBF7">
              <a:alpha val="17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7"/>
          <p:cNvSpPr/>
          <p:nvPr/>
        </p:nvSpPr>
        <p:spPr>
          <a:xfrm>
            <a:off x="-2262536" y="-3003699"/>
            <a:ext cx="4502434" cy="4502554"/>
          </a:xfrm>
          <a:custGeom>
            <a:avLst/>
            <a:gdLst/>
            <a:ahLst/>
            <a:cxnLst/>
            <a:rect l="l" t="t" r="r" b="b"/>
            <a:pathLst>
              <a:path w="37305" h="37306" extrusionOk="0">
                <a:moveTo>
                  <a:pt x="18653" y="0"/>
                </a:moveTo>
                <a:cubicBezTo>
                  <a:pt x="13706" y="0"/>
                  <a:pt x="8962" y="1965"/>
                  <a:pt x="5464" y="5464"/>
                </a:cubicBezTo>
                <a:cubicBezTo>
                  <a:pt x="1966" y="8961"/>
                  <a:pt x="1" y="13706"/>
                  <a:pt x="1" y="18653"/>
                </a:cubicBezTo>
                <a:cubicBezTo>
                  <a:pt x="1" y="23600"/>
                  <a:pt x="1966" y="28343"/>
                  <a:pt x="5464" y="31842"/>
                </a:cubicBezTo>
                <a:cubicBezTo>
                  <a:pt x="8962" y="35339"/>
                  <a:pt x="13706" y="37305"/>
                  <a:pt x="18653" y="37305"/>
                </a:cubicBezTo>
                <a:cubicBezTo>
                  <a:pt x="23600" y="37305"/>
                  <a:pt x="28344" y="35339"/>
                  <a:pt x="31842" y="31842"/>
                </a:cubicBezTo>
                <a:cubicBezTo>
                  <a:pt x="35340" y="28343"/>
                  <a:pt x="37304" y="23600"/>
                  <a:pt x="37304" y="18653"/>
                </a:cubicBezTo>
                <a:cubicBezTo>
                  <a:pt x="37304" y="13706"/>
                  <a:pt x="35340" y="8961"/>
                  <a:pt x="31842" y="5464"/>
                </a:cubicBezTo>
                <a:cubicBezTo>
                  <a:pt x="28344" y="1965"/>
                  <a:pt x="23600" y="0"/>
                  <a:pt x="18653" y="0"/>
                </a:cubicBezTo>
                <a:close/>
              </a:path>
            </a:pathLst>
          </a:custGeom>
          <a:solidFill>
            <a:srgbClr val="C4CBF7">
              <a:alpha val="17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7"/>
          <p:cNvSpPr/>
          <p:nvPr/>
        </p:nvSpPr>
        <p:spPr>
          <a:xfrm>
            <a:off x="-828157" y="4333756"/>
            <a:ext cx="1633643" cy="1633643"/>
          </a:xfrm>
          <a:custGeom>
            <a:avLst/>
            <a:gdLst/>
            <a:ahLst/>
            <a:cxnLst/>
            <a:rect l="l" t="t" r="r" b="b"/>
            <a:pathLst>
              <a:path w="11371" h="11371" extrusionOk="0">
                <a:moveTo>
                  <a:pt x="5685" y="1"/>
                </a:moveTo>
                <a:cubicBezTo>
                  <a:pt x="4178" y="1"/>
                  <a:pt x="2732" y="600"/>
                  <a:pt x="1666" y="1666"/>
                </a:cubicBezTo>
                <a:cubicBezTo>
                  <a:pt x="599" y="2731"/>
                  <a:pt x="0" y="4177"/>
                  <a:pt x="0" y="5686"/>
                </a:cubicBezTo>
                <a:cubicBezTo>
                  <a:pt x="0" y="7194"/>
                  <a:pt x="599" y="8640"/>
                  <a:pt x="1666" y="9705"/>
                </a:cubicBezTo>
                <a:cubicBezTo>
                  <a:pt x="2732" y="10771"/>
                  <a:pt x="4178" y="11370"/>
                  <a:pt x="5685" y="11370"/>
                </a:cubicBezTo>
                <a:cubicBezTo>
                  <a:pt x="7193" y="11370"/>
                  <a:pt x="8639" y="10771"/>
                  <a:pt x="9706" y="9705"/>
                </a:cubicBezTo>
                <a:cubicBezTo>
                  <a:pt x="10771" y="8640"/>
                  <a:pt x="11370" y="7194"/>
                  <a:pt x="11370" y="5686"/>
                </a:cubicBezTo>
                <a:cubicBezTo>
                  <a:pt x="11370" y="4177"/>
                  <a:pt x="10771" y="2731"/>
                  <a:pt x="9706" y="1666"/>
                </a:cubicBezTo>
                <a:cubicBezTo>
                  <a:pt x="8639" y="600"/>
                  <a:pt x="7193" y="1"/>
                  <a:pt x="5685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7"/>
          <p:cNvSpPr/>
          <p:nvPr/>
        </p:nvSpPr>
        <p:spPr>
          <a:xfrm>
            <a:off x="8260525" y="-926277"/>
            <a:ext cx="1633643" cy="1633499"/>
          </a:xfrm>
          <a:custGeom>
            <a:avLst/>
            <a:gdLst/>
            <a:ahLst/>
            <a:cxnLst/>
            <a:rect l="l" t="t" r="r" b="b"/>
            <a:pathLst>
              <a:path w="11371" h="11370" extrusionOk="0">
                <a:moveTo>
                  <a:pt x="5685" y="0"/>
                </a:moveTo>
                <a:cubicBezTo>
                  <a:pt x="4178" y="0"/>
                  <a:pt x="2732" y="599"/>
                  <a:pt x="1666" y="1664"/>
                </a:cubicBezTo>
                <a:cubicBezTo>
                  <a:pt x="599" y="2731"/>
                  <a:pt x="1" y="4177"/>
                  <a:pt x="1" y="5685"/>
                </a:cubicBezTo>
                <a:cubicBezTo>
                  <a:pt x="1" y="7192"/>
                  <a:pt x="599" y="8638"/>
                  <a:pt x="1666" y="9704"/>
                </a:cubicBezTo>
                <a:cubicBezTo>
                  <a:pt x="2732" y="10771"/>
                  <a:pt x="4178" y="11370"/>
                  <a:pt x="5685" y="11370"/>
                </a:cubicBezTo>
                <a:cubicBezTo>
                  <a:pt x="7193" y="11370"/>
                  <a:pt x="8639" y="10771"/>
                  <a:pt x="9706" y="9704"/>
                </a:cubicBezTo>
                <a:cubicBezTo>
                  <a:pt x="10772" y="8638"/>
                  <a:pt x="11370" y="7192"/>
                  <a:pt x="11370" y="5685"/>
                </a:cubicBezTo>
                <a:cubicBezTo>
                  <a:pt x="11370" y="4177"/>
                  <a:pt x="10772" y="2731"/>
                  <a:pt x="9706" y="1664"/>
                </a:cubicBezTo>
                <a:cubicBezTo>
                  <a:pt x="8639" y="599"/>
                  <a:pt x="7193" y="0"/>
                  <a:pt x="5685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03" name="Google Shape;203;p7"/>
          <p:cNvGrpSpPr/>
          <p:nvPr/>
        </p:nvGrpSpPr>
        <p:grpSpPr>
          <a:xfrm>
            <a:off x="8760128" y="971066"/>
            <a:ext cx="203866" cy="1019479"/>
            <a:chOff x="8708774" y="3823729"/>
            <a:chExt cx="203866" cy="1019479"/>
          </a:xfrm>
        </p:grpSpPr>
        <p:sp>
          <p:nvSpPr>
            <p:cNvPr id="204" name="Google Shape;204;p7"/>
            <p:cNvSpPr/>
            <p:nvPr/>
          </p:nvSpPr>
          <p:spPr>
            <a:xfrm>
              <a:off x="8857616" y="3823729"/>
              <a:ext cx="55025" cy="55168"/>
            </a:xfrm>
            <a:custGeom>
              <a:avLst/>
              <a:gdLst/>
              <a:ahLst/>
              <a:cxnLst/>
              <a:rect l="l" t="t" r="r" b="b"/>
              <a:pathLst>
                <a:path w="383" h="384" extrusionOk="0">
                  <a:moveTo>
                    <a:pt x="191" y="1"/>
                  </a:moveTo>
                  <a:cubicBezTo>
                    <a:pt x="85" y="1"/>
                    <a:pt x="1" y="86"/>
                    <a:pt x="1" y="192"/>
                  </a:cubicBezTo>
                  <a:cubicBezTo>
                    <a:pt x="1" y="298"/>
                    <a:pt x="85" y="384"/>
                    <a:pt x="191" y="384"/>
                  </a:cubicBezTo>
                  <a:cubicBezTo>
                    <a:pt x="297" y="384"/>
                    <a:pt x="383" y="298"/>
                    <a:pt x="383" y="192"/>
                  </a:cubicBezTo>
                  <a:cubicBezTo>
                    <a:pt x="383" y="86"/>
                    <a:pt x="297" y="1"/>
                    <a:pt x="1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7"/>
            <p:cNvSpPr/>
            <p:nvPr/>
          </p:nvSpPr>
          <p:spPr>
            <a:xfrm>
              <a:off x="8857616" y="4037940"/>
              <a:ext cx="55025" cy="55168"/>
            </a:xfrm>
            <a:custGeom>
              <a:avLst/>
              <a:gdLst/>
              <a:ahLst/>
              <a:cxnLst/>
              <a:rect l="l" t="t" r="r" b="b"/>
              <a:pathLst>
                <a:path w="383" h="384" extrusionOk="0">
                  <a:moveTo>
                    <a:pt x="191" y="1"/>
                  </a:moveTo>
                  <a:cubicBezTo>
                    <a:pt x="85" y="1"/>
                    <a:pt x="1" y="86"/>
                    <a:pt x="1" y="192"/>
                  </a:cubicBezTo>
                  <a:cubicBezTo>
                    <a:pt x="1" y="297"/>
                    <a:pt x="85" y="384"/>
                    <a:pt x="191" y="384"/>
                  </a:cubicBezTo>
                  <a:cubicBezTo>
                    <a:pt x="297" y="384"/>
                    <a:pt x="383" y="298"/>
                    <a:pt x="383" y="192"/>
                  </a:cubicBezTo>
                  <a:cubicBezTo>
                    <a:pt x="383" y="86"/>
                    <a:pt x="297" y="1"/>
                    <a:pt x="1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7"/>
            <p:cNvSpPr/>
            <p:nvPr/>
          </p:nvSpPr>
          <p:spPr>
            <a:xfrm>
              <a:off x="8857616" y="4252152"/>
              <a:ext cx="55025" cy="55025"/>
            </a:xfrm>
            <a:custGeom>
              <a:avLst/>
              <a:gdLst/>
              <a:ahLst/>
              <a:cxnLst/>
              <a:rect l="l" t="t" r="r" b="b"/>
              <a:pathLst>
                <a:path w="383" h="383" extrusionOk="0">
                  <a:moveTo>
                    <a:pt x="191" y="1"/>
                  </a:moveTo>
                  <a:cubicBezTo>
                    <a:pt x="85" y="1"/>
                    <a:pt x="1" y="86"/>
                    <a:pt x="1" y="192"/>
                  </a:cubicBezTo>
                  <a:cubicBezTo>
                    <a:pt x="1" y="297"/>
                    <a:pt x="85" y="383"/>
                    <a:pt x="191" y="383"/>
                  </a:cubicBezTo>
                  <a:cubicBezTo>
                    <a:pt x="297" y="383"/>
                    <a:pt x="383" y="297"/>
                    <a:pt x="383" y="192"/>
                  </a:cubicBezTo>
                  <a:cubicBezTo>
                    <a:pt x="383" y="86"/>
                    <a:pt x="297" y="1"/>
                    <a:pt x="1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7"/>
            <p:cNvSpPr/>
            <p:nvPr/>
          </p:nvSpPr>
          <p:spPr>
            <a:xfrm>
              <a:off x="8857616" y="4466507"/>
              <a:ext cx="55025" cy="55025"/>
            </a:xfrm>
            <a:custGeom>
              <a:avLst/>
              <a:gdLst/>
              <a:ahLst/>
              <a:cxnLst/>
              <a:rect l="l" t="t" r="r" b="b"/>
              <a:pathLst>
                <a:path w="383" h="383" extrusionOk="0">
                  <a:moveTo>
                    <a:pt x="191" y="1"/>
                  </a:moveTo>
                  <a:cubicBezTo>
                    <a:pt x="85" y="1"/>
                    <a:pt x="1" y="86"/>
                    <a:pt x="1" y="192"/>
                  </a:cubicBezTo>
                  <a:cubicBezTo>
                    <a:pt x="1" y="297"/>
                    <a:pt x="85" y="383"/>
                    <a:pt x="191" y="383"/>
                  </a:cubicBezTo>
                  <a:cubicBezTo>
                    <a:pt x="297" y="383"/>
                    <a:pt x="383" y="297"/>
                    <a:pt x="383" y="192"/>
                  </a:cubicBezTo>
                  <a:cubicBezTo>
                    <a:pt x="383" y="86"/>
                    <a:pt x="297" y="1"/>
                    <a:pt x="1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7"/>
            <p:cNvSpPr/>
            <p:nvPr/>
          </p:nvSpPr>
          <p:spPr>
            <a:xfrm>
              <a:off x="8857616" y="4680718"/>
              <a:ext cx="55025" cy="55025"/>
            </a:xfrm>
            <a:custGeom>
              <a:avLst/>
              <a:gdLst/>
              <a:ahLst/>
              <a:cxnLst/>
              <a:rect l="l" t="t" r="r" b="b"/>
              <a:pathLst>
                <a:path w="383" h="383" extrusionOk="0">
                  <a:moveTo>
                    <a:pt x="191" y="1"/>
                  </a:moveTo>
                  <a:cubicBezTo>
                    <a:pt x="85" y="1"/>
                    <a:pt x="1" y="86"/>
                    <a:pt x="1" y="191"/>
                  </a:cubicBezTo>
                  <a:cubicBezTo>
                    <a:pt x="1" y="297"/>
                    <a:pt x="85" y="383"/>
                    <a:pt x="191" y="383"/>
                  </a:cubicBezTo>
                  <a:cubicBezTo>
                    <a:pt x="297" y="383"/>
                    <a:pt x="383" y="297"/>
                    <a:pt x="383" y="191"/>
                  </a:cubicBezTo>
                  <a:cubicBezTo>
                    <a:pt x="383" y="86"/>
                    <a:pt x="297" y="1"/>
                    <a:pt x="1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209;p7"/>
            <p:cNvSpPr/>
            <p:nvPr/>
          </p:nvSpPr>
          <p:spPr>
            <a:xfrm>
              <a:off x="8708774" y="3931194"/>
              <a:ext cx="55025" cy="55168"/>
            </a:xfrm>
            <a:custGeom>
              <a:avLst/>
              <a:gdLst/>
              <a:ahLst/>
              <a:cxnLst/>
              <a:rect l="l" t="t" r="r" b="b"/>
              <a:pathLst>
                <a:path w="383" h="384" extrusionOk="0">
                  <a:moveTo>
                    <a:pt x="192" y="0"/>
                  </a:moveTo>
                  <a:cubicBezTo>
                    <a:pt x="86" y="0"/>
                    <a:pt x="0" y="86"/>
                    <a:pt x="0" y="192"/>
                  </a:cubicBezTo>
                  <a:cubicBezTo>
                    <a:pt x="0" y="297"/>
                    <a:pt x="86" y="383"/>
                    <a:pt x="192" y="383"/>
                  </a:cubicBezTo>
                  <a:cubicBezTo>
                    <a:pt x="297" y="383"/>
                    <a:pt x="382" y="298"/>
                    <a:pt x="382" y="192"/>
                  </a:cubicBezTo>
                  <a:cubicBezTo>
                    <a:pt x="382" y="86"/>
                    <a:pt x="297" y="0"/>
                    <a:pt x="19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210;p7"/>
            <p:cNvSpPr/>
            <p:nvPr/>
          </p:nvSpPr>
          <p:spPr>
            <a:xfrm>
              <a:off x="8708774" y="4145405"/>
              <a:ext cx="55025" cy="55025"/>
            </a:xfrm>
            <a:custGeom>
              <a:avLst/>
              <a:gdLst/>
              <a:ahLst/>
              <a:cxnLst/>
              <a:rect l="l" t="t" r="r" b="b"/>
              <a:pathLst>
                <a:path w="383" h="383" extrusionOk="0">
                  <a:moveTo>
                    <a:pt x="192" y="0"/>
                  </a:moveTo>
                  <a:cubicBezTo>
                    <a:pt x="86" y="0"/>
                    <a:pt x="0" y="86"/>
                    <a:pt x="0" y="191"/>
                  </a:cubicBezTo>
                  <a:cubicBezTo>
                    <a:pt x="0" y="297"/>
                    <a:pt x="86" y="382"/>
                    <a:pt x="192" y="382"/>
                  </a:cubicBezTo>
                  <a:cubicBezTo>
                    <a:pt x="297" y="382"/>
                    <a:pt x="382" y="297"/>
                    <a:pt x="382" y="191"/>
                  </a:cubicBezTo>
                  <a:cubicBezTo>
                    <a:pt x="382" y="86"/>
                    <a:pt x="297" y="0"/>
                    <a:pt x="19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211;p7"/>
            <p:cNvSpPr/>
            <p:nvPr/>
          </p:nvSpPr>
          <p:spPr>
            <a:xfrm>
              <a:off x="8708774" y="4359760"/>
              <a:ext cx="55025" cy="55025"/>
            </a:xfrm>
            <a:custGeom>
              <a:avLst/>
              <a:gdLst/>
              <a:ahLst/>
              <a:cxnLst/>
              <a:rect l="l" t="t" r="r" b="b"/>
              <a:pathLst>
                <a:path w="383" h="383" extrusionOk="0">
                  <a:moveTo>
                    <a:pt x="192" y="0"/>
                  </a:moveTo>
                  <a:cubicBezTo>
                    <a:pt x="86" y="0"/>
                    <a:pt x="0" y="86"/>
                    <a:pt x="0" y="192"/>
                  </a:cubicBezTo>
                  <a:cubicBezTo>
                    <a:pt x="0" y="297"/>
                    <a:pt x="86" y="382"/>
                    <a:pt x="192" y="382"/>
                  </a:cubicBezTo>
                  <a:cubicBezTo>
                    <a:pt x="297" y="382"/>
                    <a:pt x="382" y="297"/>
                    <a:pt x="382" y="192"/>
                  </a:cubicBezTo>
                  <a:cubicBezTo>
                    <a:pt x="382" y="86"/>
                    <a:pt x="297" y="0"/>
                    <a:pt x="19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212;p7"/>
            <p:cNvSpPr/>
            <p:nvPr/>
          </p:nvSpPr>
          <p:spPr>
            <a:xfrm>
              <a:off x="8708774" y="4573972"/>
              <a:ext cx="55025" cy="55025"/>
            </a:xfrm>
            <a:custGeom>
              <a:avLst/>
              <a:gdLst/>
              <a:ahLst/>
              <a:cxnLst/>
              <a:rect l="l" t="t" r="r" b="b"/>
              <a:pathLst>
                <a:path w="383" h="383" extrusionOk="0">
                  <a:moveTo>
                    <a:pt x="192" y="0"/>
                  </a:moveTo>
                  <a:cubicBezTo>
                    <a:pt x="86" y="0"/>
                    <a:pt x="0" y="86"/>
                    <a:pt x="0" y="191"/>
                  </a:cubicBezTo>
                  <a:cubicBezTo>
                    <a:pt x="0" y="297"/>
                    <a:pt x="86" y="382"/>
                    <a:pt x="192" y="382"/>
                  </a:cubicBezTo>
                  <a:cubicBezTo>
                    <a:pt x="297" y="382"/>
                    <a:pt x="382" y="297"/>
                    <a:pt x="382" y="191"/>
                  </a:cubicBezTo>
                  <a:cubicBezTo>
                    <a:pt x="382" y="86"/>
                    <a:pt x="297" y="0"/>
                    <a:pt x="19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Google Shape;213;p7"/>
            <p:cNvSpPr/>
            <p:nvPr/>
          </p:nvSpPr>
          <p:spPr>
            <a:xfrm>
              <a:off x="8708774" y="4788039"/>
              <a:ext cx="55025" cy="55168"/>
            </a:xfrm>
            <a:custGeom>
              <a:avLst/>
              <a:gdLst/>
              <a:ahLst/>
              <a:cxnLst/>
              <a:rect l="l" t="t" r="r" b="b"/>
              <a:pathLst>
                <a:path w="383" h="384" extrusionOk="0">
                  <a:moveTo>
                    <a:pt x="192" y="0"/>
                  </a:moveTo>
                  <a:cubicBezTo>
                    <a:pt x="86" y="0"/>
                    <a:pt x="0" y="86"/>
                    <a:pt x="0" y="192"/>
                  </a:cubicBezTo>
                  <a:cubicBezTo>
                    <a:pt x="0" y="298"/>
                    <a:pt x="86" y="383"/>
                    <a:pt x="192" y="383"/>
                  </a:cubicBezTo>
                  <a:cubicBezTo>
                    <a:pt x="297" y="383"/>
                    <a:pt x="382" y="298"/>
                    <a:pt x="382" y="192"/>
                  </a:cubicBezTo>
                  <a:cubicBezTo>
                    <a:pt x="382" y="86"/>
                    <a:pt x="297" y="0"/>
                    <a:pt x="19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4" name="Google Shape;214;p7"/>
          <p:cNvSpPr/>
          <p:nvPr/>
        </p:nvSpPr>
        <p:spPr>
          <a:xfrm>
            <a:off x="7285838" y="4804808"/>
            <a:ext cx="263774" cy="263774"/>
          </a:xfrm>
          <a:custGeom>
            <a:avLst/>
            <a:gdLst/>
            <a:ahLst/>
            <a:cxnLst/>
            <a:rect l="l" t="t" r="r" b="b"/>
            <a:pathLst>
              <a:path w="1836" h="1836" extrusionOk="0">
                <a:moveTo>
                  <a:pt x="732" y="0"/>
                </a:moveTo>
                <a:cubicBezTo>
                  <a:pt x="660" y="0"/>
                  <a:pt x="605" y="58"/>
                  <a:pt x="605" y="127"/>
                </a:cubicBezTo>
                <a:lnTo>
                  <a:pt x="605" y="604"/>
                </a:lnTo>
                <a:lnTo>
                  <a:pt x="128" y="604"/>
                </a:lnTo>
                <a:cubicBezTo>
                  <a:pt x="58" y="604"/>
                  <a:pt x="2" y="662"/>
                  <a:pt x="1" y="732"/>
                </a:cubicBezTo>
                <a:lnTo>
                  <a:pt x="1" y="1104"/>
                </a:lnTo>
                <a:cubicBezTo>
                  <a:pt x="1" y="1174"/>
                  <a:pt x="58" y="1231"/>
                  <a:pt x="128" y="1231"/>
                </a:cubicBezTo>
                <a:lnTo>
                  <a:pt x="605" y="1231"/>
                </a:lnTo>
                <a:lnTo>
                  <a:pt x="605" y="1708"/>
                </a:lnTo>
                <a:cubicBezTo>
                  <a:pt x="605" y="1779"/>
                  <a:pt x="663" y="1835"/>
                  <a:pt x="732" y="1835"/>
                </a:cubicBezTo>
                <a:lnTo>
                  <a:pt x="1104" y="1835"/>
                </a:lnTo>
                <a:cubicBezTo>
                  <a:pt x="1176" y="1835"/>
                  <a:pt x="1232" y="1778"/>
                  <a:pt x="1232" y="1708"/>
                </a:cubicBezTo>
                <a:lnTo>
                  <a:pt x="1232" y="1231"/>
                </a:lnTo>
                <a:lnTo>
                  <a:pt x="1709" y="1231"/>
                </a:lnTo>
                <a:cubicBezTo>
                  <a:pt x="1779" y="1231"/>
                  <a:pt x="1836" y="1173"/>
                  <a:pt x="1836" y="1104"/>
                </a:cubicBezTo>
                <a:lnTo>
                  <a:pt x="1836" y="732"/>
                </a:lnTo>
                <a:cubicBezTo>
                  <a:pt x="1836" y="660"/>
                  <a:pt x="1778" y="604"/>
                  <a:pt x="1709" y="604"/>
                </a:cubicBezTo>
                <a:lnTo>
                  <a:pt x="1232" y="604"/>
                </a:lnTo>
                <a:lnTo>
                  <a:pt x="1232" y="127"/>
                </a:lnTo>
                <a:cubicBezTo>
                  <a:pt x="1232" y="56"/>
                  <a:pt x="1174" y="0"/>
                  <a:pt x="110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15" name="Google Shape;215;p7"/>
          <p:cNvGrpSpPr/>
          <p:nvPr/>
        </p:nvGrpSpPr>
        <p:grpSpPr>
          <a:xfrm>
            <a:off x="205717" y="3128494"/>
            <a:ext cx="203866" cy="1019192"/>
            <a:chOff x="214740" y="1229486"/>
            <a:chExt cx="203866" cy="1019192"/>
          </a:xfrm>
        </p:grpSpPr>
        <p:sp>
          <p:nvSpPr>
            <p:cNvPr id="216" name="Google Shape;216;p7"/>
            <p:cNvSpPr/>
            <p:nvPr/>
          </p:nvSpPr>
          <p:spPr>
            <a:xfrm>
              <a:off x="363582" y="1229486"/>
              <a:ext cx="55025" cy="55025"/>
            </a:xfrm>
            <a:custGeom>
              <a:avLst/>
              <a:gdLst/>
              <a:ahLst/>
              <a:cxnLst/>
              <a:rect l="l" t="t" r="r" b="b"/>
              <a:pathLst>
                <a:path w="383" h="383" extrusionOk="0">
                  <a:moveTo>
                    <a:pt x="191" y="0"/>
                  </a:moveTo>
                  <a:cubicBezTo>
                    <a:pt x="86" y="0"/>
                    <a:pt x="0" y="86"/>
                    <a:pt x="0" y="191"/>
                  </a:cubicBezTo>
                  <a:cubicBezTo>
                    <a:pt x="0" y="296"/>
                    <a:pt x="86" y="382"/>
                    <a:pt x="191" y="382"/>
                  </a:cubicBezTo>
                  <a:cubicBezTo>
                    <a:pt x="297" y="382"/>
                    <a:pt x="383" y="296"/>
                    <a:pt x="383" y="191"/>
                  </a:cubicBezTo>
                  <a:cubicBezTo>
                    <a:pt x="383" y="86"/>
                    <a:pt x="297" y="0"/>
                    <a:pt x="19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217;p7"/>
            <p:cNvSpPr/>
            <p:nvPr/>
          </p:nvSpPr>
          <p:spPr>
            <a:xfrm>
              <a:off x="363582" y="1443554"/>
              <a:ext cx="55025" cy="55168"/>
            </a:xfrm>
            <a:custGeom>
              <a:avLst/>
              <a:gdLst/>
              <a:ahLst/>
              <a:cxnLst/>
              <a:rect l="l" t="t" r="r" b="b"/>
              <a:pathLst>
                <a:path w="383" h="384" extrusionOk="0">
                  <a:moveTo>
                    <a:pt x="191" y="0"/>
                  </a:moveTo>
                  <a:cubicBezTo>
                    <a:pt x="86" y="0"/>
                    <a:pt x="0" y="88"/>
                    <a:pt x="0" y="192"/>
                  </a:cubicBezTo>
                  <a:cubicBezTo>
                    <a:pt x="0" y="297"/>
                    <a:pt x="86" y="383"/>
                    <a:pt x="191" y="383"/>
                  </a:cubicBezTo>
                  <a:cubicBezTo>
                    <a:pt x="297" y="383"/>
                    <a:pt x="383" y="297"/>
                    <a:pt x="383" y="192"/>
                  </a:cubicBezTo>
                  <a:cubicBezTo>
                    <a:pt x="383" y="86"/>
                    <a:pt x="297" y="0"/>
                    <a:pt x="19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218;p7"/>
            <p:cNvSpPr/>
            <p:nvPr/>
          </p:nvSpPr>
          <p:spPr>
            <a:xfrm>
              <a:off x="363582" y="1657909"/>
              <a:ext cx="55025" cy="55168"/>
            </a:xfrm>
            <a:custGeom>
              <a:avLst/>
              <a:gdLst/>
              <a:ahLst/>
              <a:cxnLst/>
              <a:rect l="l" t="t" r="r" b="b"/>
              <a:pathLst>
                <a:path w="383" h="384" extrusionOk="0">
                  <a:moveTo>
                    <a:pt x="191" y="0"/>
                  </a:moveTo>
                  <a:cubicBezTo>
                    <a:pt x="86" y="0"/>
                    <a:pt x="0" y="86"/>
                    <a:pt x="0" y="192"/>
                  </a:cubicBezTo>
                  <a:cubicBezTo>
                    <a:pt x="0" y="298"/>
                    <a:pt x="86" y="383"/>
                    <a:pt x="191" y="383"/>
                  </a:cubicBezTo>
                  <a:cubicBezTo>
                    <a:pt x="297" y="383"/>
                    <a:pt x="383" y="298"/>
                    <a:pt x="383" y="192"/>
                  </a:cubicBezTo>
                  <a:cubicBezTo>
                    <a:pt x="383" y="86"/>
                    <a:pt x="297" y="0"/>
                    <a:pt x="19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219;p7"/>
            <p:cNvSpPr/>
            <p:nvPr/>
          </p:nvSpPr>
          <p:spPr>
            <a:xfrm>
              <a:off x="363582" y="1872120"/>
              <a:ext cx="55025" cy="55168"/>
            </a:xfrm>
            <a:custGeom>
              <a:avLst/>
              <a:gdLst/>
              <a:ahLst/>
              <a:cxnLst/>
              <a:rect l="l" t="t" r="r" b="b"/>
              <a:pathLst>
                <a:path w="383" h="384" extrusionOk="0">
                  <a:moveTo>
                    <a:pt x="191" y="0"/>
                  </a:moveTo>
                  <a:cubicBezTo>
                    <a:pt x="86" y="0"/>
                    <a:pt x="0" y="86"/>
                    <a:pt x="0" y="192"/>
                  </a:cubicBezTo>
                  <a:cubicBezTo>
                    <a:pt x="0" y="297"/>
                    <a:pt x="86" y="383"/>
                    <a:pt x="191" y="383"/>
                  </a:cubicBezTo>
                  <a:cubicBezTo>
                    <a:pt x="297" y="383"/>
                    <a:pt x="383" y="297"/>
                    <a:pt x="383" y="192"/>
                  </a:cubicBezTo>
                  <a:cubicBezTo>
                    <a:pt x="383" y="86"/>
                    <a:pt x="297" y="0"/>
                    <a:pt x="19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220;p7"/>
            <p:cNvSpPr/>
            <p:nvPr/>
          </p:nvSpPr>
          <p:spPr>
            <a:xfrm>
              <a:off x="363582" y="2086332"/>
              <a:ext cx="55025" cy="54881"/>
            </a:xfrm>
            <a:custGeom>
              <a:avLst/>
              <a:gdLst/>
              <a:ahLst/>
              <a:cxnLst/>
              <a:rect l="l" t="t" r="r" b="b"/>
              <a:pathLst>
                <a:path w="383" h="382" extrusionOk="0">
                  <a:moveTo>
                    <a:pt x="191" y="0"/>
                  </a:moveTo>
                  <a:cubicBezTo>
                    <a:pt x="86" y="0"/>
                    <a:pt x="0" y="86"/>
                    <a:pt x="0" y="192"/>
                  </a:cubicBezTo>
                  <a:cubicBezTo>
                    <a:pt x="0" y="296"/>
                    <a:pt x="86" y="382"/>
                    <a:pt x="191" y="382"/>
                  </a:cubicBezTo>
                  <a:cubicBezTo>
                    <a:pt x="297" y="382"/>
                    <a:pt x="383" y="296"/>
                    <a:pt x="383" y="192"/>
                  </a:cubicBezTo>
                  <a:cubicBezTo>
                    <a:pt x="383" y="86"/>
                    <a:pt x="297" y="0"/>
                    <a:pt x="19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Google Shape;221;p7"/>
            <p:cNvSpPr/>
            <p:nvPr/>
          </p:nvSpPr>
          <p:spPr>
            <a:xfrm>
              <a:off x="214740" y="1336664"/>
              <a:ext cx="55025" cy="55168"/>
            </a:xfrm>
            <a:custGeom>
              <a:avLst/>
              <a:gdLst/>
              <a:ahLst/>
              <a:cxnLst/>
              <a:rect l="l" t="t" r="r" b="b"/>
              <a:pathLst>
                <a:path w="383" h="384" extrusionOk="0">
                  <a:moveTo>
                    <a:pt x="191" y="1"/>
                  </a:moveTo>
                  <a:cubicBezTo>
                    <a:pt x="86" y="1"/>
                    <a:pt x="1" y="88"/>
                    <a:pt x="1" y="192"/>
                  </a:cubicBezTo>
                  <a:cubicBezTo>
                    <a:pt x="1" y="298"/>
                    <a:pt x="86" y="384"/>
                    <a:pt x="191" y="384"/>
                  </a:cubicBezTo>
                  <a:cubicBezTo>
                    <a:pt x="297" y="384"/>
                    <a:pt x="383" y="298"/>
                    <a:pt x="383" y="192"/>
                  </a:cubicBezTo>
                  <a:cubicBezTo>
                    <a:pt x="383" y="86"/>
                    <a:pt x="297" y="1"/>
                    <a:pt x="1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Google Shape;222;p7"/>
            <p:cNvSpPr/>
            <p:nvPr/>
          </p:nvSpPr>
          <p:spPr>
            <a:xfrm>
              <a:off x="214740" y="1551019"/>
              <a:ext cx="55025" cy="55168"/>
            </a:xfrm>
            <a:custGeom>
              <a:avLst/>
              <a:gdLst/>
              <a:ahLst/>
              <a:cxnLst/>
              <a:rect l="l" t="t" r="r" b="b"/>
              <a:pathLst>
                <a:path w="383" h="384" extrusionOk="0">
                  <a:moveTo>
                    <a:pt x="191" y="1"/>
                  </a:moveTo>
                  <a:cubicBezTo>
                    <a:pt x="86" y="1"/>
                    <a:pt x="1" y="86"/>
                    <a:pt x="1" y="192"/>
                  </a:cubicBezTo>
                  <a:cubicBezTo>
                    <a:pt x="1" y="298"/>
                    <a:pt x="86" y="384"/>
                    <a:pt x="191" y="384"/>
                  </a:cubicBezTo>
                  <a:cubicBezTo>
                    <a:pt x="297" y="384"/>
                    <a:pt x="383" y="298"/>
                    <a:pt x="383" y="192"/>
                  </a:cubicBezTo>
                  <a:cubicBezTo>
                    <a:pt x="383" y="86"/>
                    <a:pt x="297" y="1"/>
                    <a:pt x="1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Google Shape;223;p7"/>
            <p:cNvSpPr/>
            <p:nvPr/>
          </p:nvSpPr>
          <p:spPr>
            <a:xfrm>
              <a:off x="214740" y="1765230"/>
              <a:ext cx="55025" cy="55168"/>
            </a:xfrm>
            <a:custGeom>
              <a:avLst/>
              <a:gdLst/>
              <a:ahLst/>
              <a:cxnLst/>
              <a:rect l="l" t="t" r="r" b="b"/>
              <a:pathLst>
                <a:path w="383" h="384" extrusionOk="0">
                  <a:moveTo>
                    <a:pt x="191" y="1"/>
                  </a:moveTo>
                  <a:cubicBezTo>
                    <a:pt x="86" y="1"/>
                    <a:pt x="1" y="86"/>
                    <a:pt x="1" y="192"/>
                  </a:cubicBezTo>
                  <a:cubicBezTo>
                    <a:pt x="1" y="298"/>
                    <a:pt x="86" y="384"/>
                    <a:pt x="191" y="384"/>
                  </a:cubicBezTo>
                  <a:cubicBezTo>
                    <a:pt x="297" y="384"/>
                    <a:pt x="383" y="298"/>
                    <a:pt x="383" y="192"/>
                  </a:cubicBezTo>
                  <a:cubicBezTo>
                    <a:pt x="383" y="86"/>
                    <a:pt x="297" y="1"/>
                    <a:pt x="1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224;p7"/>
            <p:cNvSpPr/>
            <p:nvPr/>
          </p:nvSpPr>
          <p:spPr>
            <a:xfrm>
              <a:off x="214740" y="1979442"/>
              <a:ext cx="55025" cy="55025"/>
            </a:xfrm>
            <a:custGeom>
              <a:avLst/>
              <a:gdLst/>
              <a:ahLst/>
              <a:cxnLst/>
              <a:rect l="l" t="t" r="r" b="b"/>
              <a:pathLst>
                <a:path w="383" h="383" extrusionOk="0">
                  <a:moveTo>
                    <a:pt x="191" y="1"/>
                  </a:moveTo>
                  <a:cubicBezTo>
                    <a:pt x="86" y="1"/>
                    <a:pt x="1" y="86"/>
                    <a:pt x="1" y="192"/>
                  </a:cubicBezTo>
                  <a:cubicBezTo>
                    <a:pt x="1" y="297"/>
                    <a:pt x="86" y="383"/>
                    <a:pt x="191" y="383"/>
                  </a:cubicBezTo>
                  <a:cubicBezTo>
                    <a:pt x="297" y="383"/>
                    <a:pt x="383" y="297"/>
                    <a:pt x="383" y="192"/>
                  </a:cubicBezTo>
                  <a:cubicBezTo>
                    <a:pt x="383" y="86"/>
                    <a:pt x="297" y="1"/>
                    <a:pt x="1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225;p7"/>
            <p:cNvSpPr/>
            <p:nvPr/>
          </p:nvSpPr>
          <p:spPr>
            <a:xfrm>
              <a:off x="214740" y="2193653"/>
              <a:ext cx="55025" cy="55025"/>
            </a:xfrm>
            <a:custGeom>
              <a:avLst/>
              <a:gdLst/>
              <a:ahLst/>
              <a:cxnLst/>
              <a:rect l="l" t="t" r="r" b="b"/>
              <a:pathLst>
                <a:path w="383" h="383" extrusionOk="0">
                  <a:moveTo>
                    <a:pt x="191" y="1"/>
                  </a:moveTo>
                  <a:cubicBezTo>
                    <a:pt x="86" y="1"/>
                    <a:pt x="1" y="86"/>
                    <a:pt x="1" y="191"/>
                  </a:cubicBezTo>
                  <a:cubicBezTo>
                    <a:pt x="1" y="297"/>
                    <a:pt x="86" y="383"/>
                    <a:pt x="191" y="383"/>
                  </a:cubicBezTo>
                  <a:cubicBezTo>
                    <a:pt x="297" y="383"/>
                    <a:pt x="383" y="297"/>
                    <a:pt x="383" y="191"/>
                  </a:cubicBezTo>
                  <a:cubicBezTo>
                    <a:pt x="383" y="86"/>
                    <a:pt x="297" y="1"/>
                    <a:pt x="1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6" name="Google Shape;226;p7"/>
          <p:cNvSpPr/>
          <p:nvPr/>
        </p:nvSpPr>
        <p:spPr>
          <a:xfrm>
            <a:off x="7549600" y="-81676"/>
            <a:ext cx="425832" cy="425839"/>
          </a:xfrm>
          <a:custGeom>
            <a:avLst/>
            <a:gdLst/>
            <a:ahLst/>
            <a:cxnLst/>
            <a:rect l="l" t="t" r="r" b="b"/>
            <a:pathLst>
              <a:path w="2962" h="2962" extrusionOk="0">
                <a:moveTo>
                  <a:pt x="1182" y="0"/>
                </a:moveTo>
                <a:cubicBezTo>
                  <a:pt x="1070" y="0"/>
                  <a:pt x="978" y="91"/>
                  <a:pt x="978" y="206"/>
                </a:cubicBezTo>
                <a:lnTo>
                  <a:pt x="977" y="976"/>
                </a:lnTo>
                <a:lnTo>
                  <a:pt x="207" y="974"/>
                </a:lnTo>
                <a:cubicBezTo>
                  <a:pt x="92" y="974"/>
                  <a:pt x="2" y="1065"/>
                  <a:pt x="2" y="1179"/>
                </a:cubicBezTo>
                <a:lnTo>
                  <a:pt x="0" y="1780"/>
                </a:lnTo>
                <a:cubicBezTo>
                  <a:pt x="0" y="1892"/>
                  <a:pt x="91" y="1984"/>
                  <a:pt x="205" y="1984"/>
                </a:cubicBezTo>
                <a:lnTo>
                  <a:pt x="975" y="1987"/>
                </a:lnTo>
                <a:lnTo>
                  <a:pt x="974" y="2757"/>
                </a:lnTo>
                <a:cubicBezTo>
                  <a:pt x="974" y="2869"/>
                  <a:pt x="1065" y="2961"/>
                  <a:pt x="1178" y="2961"/>
                </a:cubicBezTo>
                <a:lnTo>
                  <a:pt x="1780" y="2962"/>
                </a:lnTo>
                <a:cubicBezTo>
                  <a:pt x="1894" y="2962"/>
                  <a:pt x="1985" y="2871"/>
                  <a:pt x="1985" y="2758"/>
                </a:cubicBezTo>
                <a:lnTo>
                  <a:pt x="1986" y="1988"/>
                </a:lnTo>
                <a:lnTo>
                  <a:pt x="2756" y="1989"/>
                </a:lnTo>
                <a:cubicBezTo>
                  <a:pt x="2868" y="1989"/>
                  <a:pt x="2960" y="1898"/>
                  <a:pt x="2960" y="1784"/>
                </a:cubicBezTo>
                <a:lnTo>
                  <a:pt x="2960" y="1182"/>
                </a:lnTo>
                <a:cubicBezTo>
                  <a:pt x="2961" y="1069"/>
                  <a:pt x="2870" y="978"/>
                  <a:pt x="2758" y="978"/>
                </a:cubicBezTo>
                <a:lnTo>
                  <a:pt x="1988" y="977"/>
                </a:lnTo>
                <a:lnTo>
                  <a:pt x="1989" y="207"/>
                </a:lnTo>
                <a:cubicBezTo>
                  <a:pt x="1989" y="93"/>
                  <a:pt x="1898" y="2"/>
                  <a:pt x="1785" y="2"/>
                </a:cubicBezTo>
                <a:lnTo>
                  <a:pt x="1182" y="0"/>
                </a:lnTo>
                <a:close/>
              </a:path>
            </a:pathLst>
          </a:cu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" name="Google Shape;227;p7"/>
          <p:cNvSpPr/>
          <p:nvPr/>
        </p:nvSpPr>
        <p:spPr>
          <a:xfrm>
            <a:off x="955387" y="4804804"/>
            <a:ext cx="263917" cy="263774"/>
          </a:xfrm>
          <a:custGeom>
            <a:avLst/>
            <a:gdLst/>
            <a:ahLst/>
            <a:cxnLst/>
            <a:rect l="l" t="t" r="r" b="b"/>
            <a:pathLst>
              <a:path w="1837" h="1836" extrusionOk="0">
                <a:moveTo>
                  <a:pt x="731" y="0"/>
                </a:moveTo>
                <a:cubicBezTo>
                  <a:pt x="661" y="0"/>
                  <a:pt x="605" y="58"/>
                  <a:pt x="605" y="127"/>
                </a:cubicBezTo>
                <a:lnTo>
                  <a:pt x="605" y="604"/>
                </a:lnTo>
                <a:lnTo>
                  <a:pt x="127" y="604"/>
                </a:lnTo>
                <a:cubicBezTo>
                  <a:pt x="58" y="604"/>
                  <a:pt x="1" y="660"/>
                  <a:pt x="1" y="731"/>
                </a:cubicBezTo>
                <a:lnTo>
                  <a:pt x="1" y="1104"/>
                </a:lnTo>
                <a:cubicBezTo>
                  <a:pt x="1" y="1176"/>
                  <a:pt x="58" y="1231"/>
                  <a:pt x="127" y="1231"/>
                </a:cubicBezTo>
                <a:lnTo>
                  <a:pt x="605" y="1231"/>
                </a:lnTo>
                <a:lnTo>
                  <a:pt x="605" y="1708"/>
                </a:lnTo>
                <a:cubicBezTo>
                  <a:pt x="605" y="1780"/>
                  <a:pt x="662" y="1835"/>
                  <a:pt x="731" y="1835"/>
                </a:cubicBezTo>
                <a:lnTo>
                  <a:pt x="1105" y="1835"/>
                </a:lnTo>
                <a:cubicBezTo>
                  <a:pt x="1175" y="1835"/>
                  <a:pt x="1232" y="1778"/>
                  <a:pt x="1232" y="1708"/>
                </a:cubicBezTo>
                <a:lnTo>
                  <a:pt x="1232" y="1231"/>
                </a:lnTo>
                <a:lnTo>
                  <a:pt x="1709" y="1231"/>
                </a:lnTo>
                <a:cubicBezTo>
                  <a:pt x="1780" y="1231"/>
                  <a:pt x="1836" y="1173"/>
                  <a:pt x="1836" y="1104"/>
                </a:cubicBezTo>
                <a:lnTo>
                  <a:pt x="1836" y="731"/>
                </a:lnTo>
                <a:cubicBezTo>
                  <a:pt x="1836" y="660"/>
                  <a:pt x="1779" y="604"/>
                  <a:pt x="1709" y="604"/>
                </a:cubicBezTo>
                <a:lnTo>
                  <a:pt x="1232" y="604"/>
                </a:lnTo>
                <a:lnTo>
                  <a:pt x="1232" y="127"/>
                </a:lnTo>
                <a:cubicBezTo>
                  <a:pt x="1232" y="56"/>
                  <a:pt x="1174" y="0"/>
                  <a:pt x="1105" y="0"/>
                </a:cubicBezTo>
                <a:close/>
              </a:path>
            </a:pathLst>
          </a:cu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p7"/>
          <p:cNvSpPr/>
          <p:nvPr/>
        </p:nvSpPr>
        <p:spPr>
          <a:xfrm>
            <a:off x="996013" y="131408"/>
            <a:ext cx="263774" cy="263774"/>
          </a:xfrm>
          <a:custGeom>
            <a:avLst/>
            <a:gdLst/>
            <a:ahLst/>
            <a:cxnLst/>
            <a:rect l="l" t="t" r="r" b="b"/>
            <a:pathLst>
              <a:path w="1836" h="1836" extrusionOk="0">
                <a:moveTo>
                  <a:pt x="732" y="0"/>
                </a:moveTo>
                <a:cubicBezTo>
                  <a:pt x="660" y="0"/>
                  <a:pt x="605" y="58"/>
                  <a:pt x="605" y="127"/>
                </a:cubicBezTo>
                <a:lnTo>
                  <a:pt x="605" y="604"/>
                </a:lnTo>
                <a:lnTo>
                  <a:pt x="128" y="604"/>
                </a:lnTo>
                <a:cubicBezTo>
                  <a:pt x="58" y="604"/>
                  <a:pt x="2" y="662"/>
                  <a:pt x="1" y="732"/>
                </a:cubicBezTo>
                <a:lnTo>
                  <a:pt x="1" y="1104"/>
                </a:lnTo>
                <a:cubicBezTo>
                  <a:pt x="1" y="1174"/>
                  <a:pt x="58" y="1231"/>
                  <a:pt x="128" y="1231"/>
                </a:cubicBezTo>
                <a:lnTo>
                  <a:pt x="605" y="1231"/>
                </a:lnTo>
                <a:lnTo>
                  <a:pt x="605" y="1708"/>
                </a:lnTo>
                <a:cubicBezTo>
                  <a:pt x="605" y="1779"/>
                  <a:pt x="663" y="1835"/>
                  <a:pt x="732" y="1835"/>
                </a:cubicBezTo>
                <a:lnTo>
                  <a:pt x="1104" y="1835"/>
                </a:lnTo>
                <a:cubicBezTo>
                  <a:pt x="1176" y="1835"/>
                  <a:pt x="1232" y="1778"/>
                  <a:pt x="1232" y="1708"/>
                </a:cubicBezTo>
                <a:lnTo>
                  <a:pt x="1232" y="1231"/>
                </a:lnTo>
                <a:lnTo>
                  <a:pt x="1709" y="1231"/>
                </a:lnTo>
                <a:cubicBezTo>
                  <a:pt x="1779" y="1231"/>
                  <a:pt x="1836" y="1173"/>
                  <a:pt x="1836" y="1104"/>
                </a:cubicBezTo>
                <a:lnTo>
                  <a:pt x="1836" y="732"/>
                </a:lnTo>
                <a:cubicBezTo>
                  <a:pt x="1836" y="660"/>
                  <a:pt x="1778" y="604"/>
                  <a:pt x="1709" y="604"/>
                </a:cubicBezTo>
                <a:lnTo>
                  <a:pt x="1232" y="604"/>
                </a:lnTo>
                <a:lnTo>
                  <a:pt x="1232" y="127"/>
                </a:lnTo>
                <a:cubicBezTo>
                  <a:pt x="1232" y="56"/>
                  <a:pt x="1174" y="0"/>
                  <a:pt x="110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29" name="Google Shape;229;p7"/>
          <p:cNvGrpSpPr/>
          <p:nvPr/>
        </p:nvGrpSpPr>
        <p:grpSpPr>
          <a:xfrm>
            <a:off x="-400430" y="164206"/>
            <a:ext cx="916519" cy="1018144"/>
            <a:chOff x="4190730" y="1208675"/>
            <a:chExt cx="137025" cy="151575"/>
          </a:xfrm>
        </p:grpSpPr>
        <p:sp>
          <p:nvSpPr>
            <p:cNvPr id="230" name="Google Shape;230;p7"/>
            <p:cNvSpPr/>
            <p:nvPr/>
          </p:nvSpPr>
          <p:spPr>
            <a:xfrm>
              <a:off x="4190730" y="1213375"/>
              <a:ext cx="128000" cy="146875"/>
            </a:xfrm>
            <a:custGeom>
              <a:avLst/>
              <a:gdLst/>
              <a:ahLst/>
              <a:cxnLst/>
              <a:rect l="l" t="t" r="r" b="b"/>
              <a:pathLst>
                <a:path w="5120" h="5875" extrusionOk="0">
                  <a:moveTo>
                    <a:pt x="3208" y="5875"/>
                  </a:moveTo>
                  <a:lnTo>
                    <a:pt x="0" y="4517"/>
                  </a:lnTo>
                  <a:lnTo>
                    <a:pt x="1912" y="1"/>
                  </a:lnTo>
                  <a:lnTo>
                    <a:pt x="5119" y="1357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Google Shape;231;p7"/>
            <p:cNvSpPr/>
            <p:nvPr/>
          </p:nvSpPr>
          <p:spPr>
            <a:xfrm>
              <a:off x="4239455" y="1270975"/>
              <a:ext cx="61625" cy="56900"/>
            </a:xfrm>
            <a:custGeom>
              <a:avLst/>
              <a:gdLst/>
              <a:ahLst/>
              <a:cxnLst/>
              <a:rect l="l" t="t" r="r" b="b"/>
              <a:pathLst>
                <a:path w="2465" h="2276" extrusionOk="0">
                  <a:moveTo>
                    <a:pt x="721" y="0"/>
                  </a:moveTo>
                  <a:cubicBezTo>
                    <a:pt x="651" y="0"/>
                    <a:pt x="584" y="41"/>
                    <a:pt x="556" y="110"/>
                  </a:cubicBezTo>
                  <a:lnTo>
                    <a:pt x="39" y="1333"/>
                  </a:lnTo>
                  <a:cubicBezTo>
                    <a:pt x="0" y="1424"/>
                    <a:pt x="43" y="1529"/>
                    <a:pt x="134" y="1566"/>
                  </a:cubicBezTo>
                  <a:lnTo>
                    <a:pt x="1808" y="2275"/>
                  </a:lnTo>
                  <a:lnTo>
                    <a:pt x="2464" y="723"/>
                  </a:lnTo>
                  <a:lnTo>
                    <a:pt x="790" y="14"/>
                  </a:lnTo>
                  <a:cubicBezTo>
                    <a:pt x="768" y="5"/>
                    <a:pt x="744" y="0"/>
                    <a:pt x="72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Google Shape;232;p7"/>
            <p:cNvSpPr/>
            <p:nvPr/>
          </p:nvSpPr>
          <p:spPr>
            <a:xfrm>
              <a:off x="4222380" y="1208675"/>
              <a:ext cx="105375" cy="60075"/>
            </a:xfrm>
            <a:custGeom>
              <a:avLst/>
              <a:gdLst/>
              <a:ahLst/>
              <a:cxnLst/>
              <a:rect l="l" t="t" r="r" b="b"/>
              <a:pathLst>
                <a:path w="4215" h="2403" extrusionOk="0">
                  <a:moveTo>
                    <a:pt x="421" y="1"/>
                  </a:moveTo>
                  <a:cubicBezTo>
                    <a:pt x="355" y="1"/>
                    <a:pt x="293" y="40"/>
                    <a:pt x="266" y="104"/>
                  </a:cubicBezTo>
                  <a:lnTo>
                    <a:pt x="37" y="644"/>
                  </a:lnTo>
                  <a:cubicBezTo>
                    <a:pt x="1" y="730"/>
                    <a:pt x="41" y="828"/>
                    <a:pt x="127" y="865"/>
                  </a:cubicBezTo>
                  <a:lnTo>
                    <a:pt x="3730" y="2389"/>
                  </a:lnTo>
                  <a:cubicBezTo>
                    <a:pt x="3751" y="2398"/>
                    <a:pt x="3773" y="2402"/>
                    <a:pt x="3795" y="2402"/>
                  </a:cubicBezTo>
                  <a:cubicBezTo>
                    <a:pt x="3860" y="2402"/>
                    <a:pt x="3923" y="2363"/>
                    <a:pt x="3951" y="2299"/>
                  </a:cubicBezTo>
                  <a:lnTo>
                    <a:pt x="4179" y="1759"/>
                  </a:lnTo>
                  <a:cubicBezTo>
                    <a:pt x="4215" y="1673"/>
                    <a:pt x="4175" y="1575"/>
                    <a:pt x="4090" y="1538"/>
                  </a:cubicBezTo>
                  <a:lnTo>
                    <a:pt x="486" y="14"/>
                  </a:lnTo>
                  <a:cubicBezTo>
                    <a:pt x="465" y="5"/>
                    <a:pt x="443" y="1"/>
                    <a:pt x="42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Google Shape;233;p7"/>
            <p:cNvSpPr/>
            <p:nvPr/>
          </p:nvSpPr>
          <p:spPr>
            <a:xfrm>
              <a:off x="4255605" y="1284725"/>
              <a:ext cx="29900" cy="29400"/>
            </a:xfrm>
            <a:custGeom>
              <a:avLst/>
              <a:gdLst/>
              <a:ahLst/>
              <a:cxnLst/>
              <a:rect l="l" t="t" r="r" b="b"/>
              <a:pathLst>
                <a:path w="1196" h="1176" extrusionOk="0">
                  <a:moveTo>
                    <a:pt x="684" y="1"/>
                  </a:moveTo>
                  <a:cubicBezTo>
                    <a:pt x="653" y="1"/>
                    <a:pt x="623" y="19"/>
                    <a:pt x="611" y="50"/>
                  </a:cubicBezTo>
                  <a:lnTo>
                    <a:pt x="493" y="329"/>
                  </a:lnTo>
                  <a:lnTo>
                    <a:pt x="215" y="211"/>
                  </a:lnTo>
                  <a:cubicBezTo>
                    <a:pt x="205" y="207"/>
                    <a:pt x="194" y="205"/>
                    <a:pt x="184" y="205"/>
                  </a:cubicBezTo>
                  <a:cubicBezTo>
                    <a:pt x="152" y="205"/>
                    <a:pt x="122" y="223"/>
                    <a:pt x="109" y="254"/>
                  </a:cubicBezTo>
                  <a:lnTo>
                    <a:pt x="17" y="470"/>
                  </a:lnTo>
                  <a:cubicBezTo>
                    <a:pt x="0" y="511"/>
                    <a:pt x="18" y="557"/>
                    <a:pt x="60" y="576"/>
                  </a:cubicBezTo>
                  <a:lnTo>
                    <a:pt x="338" y="693"/>
                  </a:lnTo>
                  <a:lnTo>
                    <a:pt x="220" y="971"/>
                  </a:lnTo>
                  <a:cubicBezTo>
                    <a:pt x="203" y="1013"/>
                    <a:pt x="221" y="1059"/>
                    <a:pt x="263" y="1077"/>
                  </a:cubicBezTo>
                  <a:lnTo>
                    <a:pt x="479" y="1169"/>
                  </a:lnTo>
                  <a:cubicBezTo>
                    <a:pt x="490" y="1174"/>
                    <a:pt x="501" y="1176"/>
                    <a:pt x="511" y="1176"/>
                  </a:cubicBezTo>
                  <a:cubicBezTo>
                    <a:pt x="543" y="1176"/>
                    <a:pt x="572" y="1158"/>
                    <a:pt x="585" y="1126"/>
                  </a:cubicBezTo>
                  <a:lnTo>
                    <a:pt x="703" y="848"/>
                  </a:lnTo>
                  <a:lnTo>
                    <a:pt x="981" y="966"/>
                  </a:lnTo>
                  <a:cubicBezTo>
                    <a:pt x="991" y="970"/>
                    <a:pt x="1002" y="972"/>
                    <a:pt x="1013" y="972"/>
                  </a:cubicBezTo>
                  <a:cubicBezTo>
                    <a:pt x="1044" y="972"/>
                    <a:pt x="1074" y="954"/>
                    <a:pt x="1087" y="923"/>
                  </a:cubicBezTo>
                  <a:lnTo>
                    <a:pt x="1179" y="706"/>
                  </a:lnTo>
                  <a:cubicBezTo>
                    <a:pt x="1196" y="665"/>
                    <a:pt x="1178" y="618"/>
                    <a:pt x="1136" y="601"/>
                  </a:cubicBezTo>
                  <a:lnTo>
                    <a:pt x="858" y="484"/>
                  </a:lnTo>
                  <a:lnTo>
                    <a:pt x="975" y="206"/>
                  </a:lnTo>
                  <a:cubicBezTo>
                    <a:pt x="993" y="164"/>
                    <a:pt x="974" y="117"/>
                    <a:pt x="933" y="100"/>
                  </a:cubicBezTo>
                  <a:lnTo>
                    <a:pt x="716" y="8"/>
                  </a:lnTo>
                  <a:cubicBezTo>
                    <a:pt x="705" y="3"/>
                    <a:pt x="694" y="1"/>
                    <a:pt x="68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4" name="Google Shape;234;p7"/>
          <p:cNvGrpSpPr/>
          <p:nvPr/>
        </p:nvGrpSpPr>
        <p:grpSpPr>
          <a:xfrm flipH="1">
            <a:off x="8719990" y="3937701"/>
            <a:ext cx="799183" cy="1018146"/>
            <a:chOff x="169350" y="2321125"/>
            <a:chExt cx="114050" cy="145300"/>
          </a:xfrm>
        </p:grpSpPr>
        <p:sp>
          <p:nvSpPr>
            <p:cNvPr id="235" name="Google Shape;235;p7"/>
            <p:cNvSpPr/>
            <p:nvPr/>
          </p:nvSpPr>
          <p:spPr>
            <a:xfrm>
              <a:off x="169350" y="2333050"/>
              <a:ext cx="112050" cy="133375"/>
            </a:xfrm>
            <a:custGeom>
              <a:avLst/>
              <a:gdLst/>
              <a:ahLst/>
              <a:cxnLst/>
              <a:rect l="l" t="t" r="r" b="b"/>
              <a:pathLst>
                <a:path w="4482" h="5335" extrusionOk="0">
                  <a:moveTo>
                    <a:pt x="2262" y="1"/>
                  </a:moveTo>
                  <a:lnTo>
                    <a:pt x="2057" y="560"/>
                  </a:lnTo>
                  <a:cubicBezTo>
                    <a:pt x="1595" y="582"/>
                    <a:pt x="1170" y="875"/>
                    <a:pt x="1001" y="1336"/>
                  </a:cubicBezTo>
                  <a:lnTo>
                    <a:pt x="73" y="3871"/>
                  </a:lnTo>
                  <a:cubicBezTo>
                    <a:pt x="1" y="4068"/>
                    <a:pt x="102" y="4289"/>
                    <a:pt x="300" y="4360"/>
                  </a:cubicBezTo>
                  <a:lnTo>
                    <a:pt x="2895" y="5311"/>
                  </a:lnTo>
                  <a:cubicBezTo>
                    <a:pt x="2938" y="5327"/>
                    <a:pt x="2982" y="5334"/>
                    <a:pt x="3025" y="5334"/>
                  </a:cubicBezTo>
                  <a:cubicBezTo>
                    <a:pt x="3181" y="5334"/>
                    <a:pt x="3328" y="5238"/>
                    <a:pt x="3385" y="5083"/>
                  </a:cubicBezTo>
                  <a:lnTo>
                    <a:pt x="4312" y="2549"/>
                  </a:lnTo>
                  <a:cubicBezTo>
                    <a:pt x="4481" y="2083"/>
                    <a:pt x="4343" y="1584"/>
                    <a:pt x="4001" y="1269"/>
                  </a:cubicBezTo>
                  <a:lnTo>
                    <a:pt x="4205" y="712"/>
                  </a:lnTo>
                  <a:lnTo>
                    <a:pt x="226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Google Shape;236;p7"/>
            <p:cNvSpPr/>
            <p:nvPr/>
          </p:nvSpPr>
          <p:spPr>
            <a:xfrm>
              <a:off x="179375" y="2370500"/>
              <a:ext cx="96275" cy="67100"/>
            </a:xfrm>
            <a:custGeom>
              <a:avLst/>
              <a:gdLst/>
              <a:ahLst/>
              <a:cxnLst/>
              <a:rect l="l" t="t" r="r" b="b"/>
              <a:pathLst>
                <a:path w="3851" h="2684" extrusionOk="0">
                  <a:moveTo>
                    <a:pt x="3312" y="2684"/>
                  </a:moveTo>
                  <a:lnTo>
                    <a:pt x="1" y="1471"/>
                  </a:lnTo>
                  <a:lnTo>
                    <a:pt x="539" y="0"/>
                  </a:lnTo>
                  <a:lnTo>
                    <a:pt x="3850" y="1213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237;p7"/>
            <p:cNvSpPr/>
            <p:nvPr/>
          </p:nvSpPr>
          <p:spPr>
            <a:xfrm>
              <a:off x="218175" y="2321125"/>
              <a:ext cx="65225" cy="36950"/>
            </a:xfrm>
            <a:custGeom>
              <a:avLst/>
              <a:gdLst/>
              <a:ahLst/>
              <a:cxnLst/>
              <a:rect l="l" t="t" r="r" b="b"/>
              <a:pathLst>
                <a:path w="2609" h="1478" extrusionOk="0">
                  <a:moveTo>
                    <a:pt x="2386" y="1478"/>
                  </a:moveTo>
                  <a:lnTo>
                    <a:pt x="1" y="605"/>
                  </a:lnTo>
                  <a:lnTo>
                    <a:pt x="223" y="1"/>
                  </a:lnTo>
                  <a:lnTo>
                    <a:pt x="2608" y="874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8" name="Google Shape;238;p7"/>
          <p:cNvSpPr txBox="1">
            <a:spLocks noGrp="1"/>
          </p:cNvSpPr>
          <p:nvPr>
            <p:ph type="title"/>
          </p:nvPr>
        </p:nvSpPr>
        <p:spPr>
          <a:xfrm>
            <a:off x="996013" y="1250150"/>
            <a:ext cx="3585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39" name="Google Shape;239;p7"/>
          <p:cNvSpPr txBox="1">
            <a:spLocks noGrp="1"/>
          </p:cNvSpPr>
          <p:nvPr>
            <p:ph type="body" idx="1"/>
          </p:nvPr>
        </p:nvSpPr>
        <p:spPr>
          <a:xfrm>
            <a:off x="996013" y="1887350"/>
            <a:ext cx="3585300" cy="214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Char char="●"/>
              <a:defRPr sz="1400">
                <a:solidFill>
                  <a:srgbClr val="434343"/>
                </a:solidFill>
              </a:defRPr>
            </a:lvl1pPr>
            <a:lvl2pPr marL="914400" lvl="1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>
                <a:solidFill>
                  <a:srgbClr val="434343"/>
                </a:solidFill>
              </a:defRPr>
            </a:lvl2pPr>
            <a:lvl3pPr marL="1371600" lvl="2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>
                <a:solidFill>
                  <a:srgbClr val="434343"/>
                </a:solidFill>
              </a:defRPr>
            </a:lvl3pPr>
            <a:lvl4pPr marL="1828800" lvl="3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>
                <a:solidFill>
                  <a:srgbClr val="434343"/>
                </a:solidFill>
              </a:defRPr>
            </a:lvl4pPr>
            <a:lvl5pPr marL="2286000" lvl="4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>
                <a:solidFill>
                  <a:srgbClr val="434343"/>
                </a:solidFill>
              </a:defRPr>
            </a:lvl5pPr>
            <a:lvl6pPr marL="2743200" lvl="5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>
                <a:solidFill>
                  <a:srgbClr val="434343"/>
                </a:solidFill>
              </a:defRPr>
            </a:lvl6pPr>
            <a:lvl7pPr marL="3200400" lvl="6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>
                <a:solidFill>
                  <a:srgbClr val="434343"/>
                </a:solidFill>
              </a:defRPr>
            </a:lvl7pPr>
            <a:lvl8pPr marL="3657600" lvl="7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>
                <a:solidFill>
                  <a:srgbClr val="434343"/>
                </a:solidFill>
              </a:defRPr>
            </a:lvl8pPr>
            <a:lvl9pPr marL="4114800" lvl="8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240" name="Google Shape;240;p7"/>
          <p:cNvSpPr>
            <a:spLocks noGrp="1"/>
          </p:cNvSpPr>
          <p:nvPr>
            <p:ph type="pic" idx="2"/>
          </p:nvPr>
        </p:nvSpPr>
        <p:spPr>
          <a:xfrm>
            <a:off x="5024375" y="760350"/>
            <a:ext cx="3272400" cy="36228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9"/>
          <p:cNvSpPr txBox="1">
            <a:spLocks noGrp="1"/>
          </p:cNvSpPr>
          <p:nvPr>
            <p:ph type="title"/>
          </p:nvPr>
        </p:nvSpPr>
        <p:spPr>
          <a:xfrm>
            <a:off x="2201850" y="1584874"/>
            <a:ext cx="47403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95" name="Google Shape;295;p9"/>
          <p:cNvSpPr txBox="1">
            <a:spLocks noGrp="1"/>
          </p:cNvSpPr>
          <p:nvPr>
            <p:ph type="subTitle" idx="1"/>
          </p:nvPr>
        </p:nvSpPr>
        <p:spPr>
          <a:xfrm>
            <a:off x="2201925" y="2427926"/>
            <a:ext cx="4740300" cy="113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96" name="Google Shape;296;p9"/>
          <p:cNvSpPr/>
          <p:nvPr/>
        </p:nvSpPr>
        <p:spPr>
          <a:xfrm>
            <a:off x="7366750" y="3823724"/>
            <a:ext cx="3172799" cy="3172799"/>
          </a:xfrm>
          <a:custGeom>
            <a:avLst/>
            <a:gdLst/>
            <a:ahLst/>
            <a:cxnLst/>
            <a:rect l="l" t="t" r="r" b="b"/>
            <a:pathLst>
              <a:path w="25874" h="25874" extrusionOk="0">
                <a:moveTo>
                  <a:pt x="12937" y="1"/>
                </a:moveTo>
                <a:cubicBezTo>
                  <a:pt x="9506" y="1"/>
                  <a:pt x="6216" y="1363"/>
                  <a:pt x="3789" y="3789"/>
                </a:cubicBezTo>
                <a:cubicBezTo>
                  <a:pt x="1363" y="6216"/>
                  <a:pt x="1" y="9506"/>
                  <a:pt x="1" y="12937"/>
                </a:cubicBezTo>
                <a:cubicBezTo>
                  <a:pt x="1" y="16368"/>
                  <a:pt x="1363" y="19658"/>
                  <a:pt x="3789" y="22084"/>
                </a:cubicBezTo>
                <a:cubicBezTo>
                  <a:pt x="6216" y="24510"/>
                  <a:pt x="9506" y="25874"/>
                  <a:pt x="12937" y="25874"/>
                </a:cubicBezTo>
                <a:cubicBezTo>
                  <a:pt x="16368" y="25874"/>
                  <a:pt x="19658" y="24510"/>
                  <a:pt x="22084" y="22084"/>
                </a:cubicBezTo>
                <a:cubicBezTo>
                  <a:pt x="24510" y="19658"/>
                  <a:pt x="25874" y="16368"/>
                  <a:pt x="25874" y="12937"/>
                </a:cubicBezTo>
                <a:cubicBezTo>
                  <a:pt x="25874" y="9506"/>
                  <a:pt x="24510" y="6216"/>
                  <a:pt x="22084" y="3789"/>
                </a:cubicBezTo>
                <a:cubicBezTo>
                  <a:pt x="19658" y="1363"/>
                  <a:pt x="16368" y="1"/>
                  <a:pt x="12937" y="1"/>
                </a:cubicBezTo>
                <a:close/>
              </a:path>
            </a:pathLst>
          </a:custGeom>
          <a:solidFill>
            <a:srgbClr val="C4CBF7">
              <a:alpha val="17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7" name="Google Shape;297;p9"/>
          <p:cNvSpPr/>
          <p:nvPr/>
        </p:nvSpPr>
        <p:spPr>
          <a:xfrm>
            <a:off x="-2262536" y="-3003699"/>
            <a:ext cx="4502434" cy="4502554"/>
          </a:xfrm>
          <a:custGeom>
            <a:avLst/>
            <a:gdLst/>
            <a:ahLst/>
            <a:cxnLst/>
            <a:rect l="l" t="t" r="r" b="b"/>
            <a:pathLst>
              <a:path w="37305" h="37306" extrusionOk="0">
                <a:moveTo>
                  <a:pt x="18653" y="0"/>
                </a:moveTo>
                <a:cubicBezTo>
                  <a:pt x="13706" y="0"/>
                  <a:pt x="8962" y="1965"/>
                  <a:pt x="5464" y="5464"/>
                </a:cubicBezTo>
                <a:cubicBezTo>
                  <a:pt x="1966" y="8961"/>
                  <a:pt x="1" y="13706"/>
                  <a:pt x="1" y="18653"/>
                </a:cubicBezTo>
                <a:cubicBezTo>
                  <a:pt x="1" y="23600"/>
                  <a:pt x="1966" y="28343"/>
                  <a:pt x="5464" y="31842"/>
                </a:cubicBezTo>
                <a:cubicBezTo>
                  <a:pt x="8962" y="35339"/>
                  <a:pt x="13706" y="37305"/>
                  <a:pt x="18653" y="37305"/>
                </a:cubicBezTo>
                <a:cubicBezTo>
                  <a:pt x="23600" y="37305"/>
                  <a:pt x="28344" y="35339"/>
                  <a:pt x="31842" y="31842"/>
                </a:cubicBezTo>
                <a:cubicBezTo>
                  <a:pt x="35340" y="28343"/>
                  <a:pt x="37304" y="23600"/>
                  <a:pt x="37304" y="18653"/>
                </a:cubicBezTo>
                <a:cubicBezTo>
                  <a:pt x="37304" y="13706"/>
                  <a:pt x="35340" y="8961"/>
                  <a:pt x="31842" y="5464"/>
                </a:cubicBezTo>
                <a:cubicBezTo>
                  <a:pt x="28344" y="1965"/>
                  <a:pt x="23600" y="0"/>
                  <a:pt x="18653" y="0"/>
                </a:cubicBezTo>
                <a:close/>
              </a:path>
            </a:pathLst>
          </a:custGeom>
          <a:solidFill>
            <a:srgbClr val="C4CBF7">
              <a:alpha val="17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8" name="Google Shape;298;p9"/>
          <p:cNvSpPr/>
          <p:nvPr/>
        </p:nvSpPr>
        <p:spPr>
          <a:xfrm>
            <a:off x="-828157" y="4333756"/>
            <a:ext cx="1633643" cy="1633643"/>
          </a:xfrm>
          <a:custGeom>
            <a:avLst/>
            <a:gdLst/>
            <a:ahLst/>
            <a:cxnLst/>
            <a:rect l="l" t="t" r="r" b="b"/>
            <a:pathLst>
              <a:path w="11371" h="11371" extrusionOk="0">
                <a:moveTo>
                  <a:pt x="5685" y="1"/>
                </a:moveTo>
                <a:cubicBezTo>
                  <a:pt x="4178" y="1"/>
                  <a:pt x="2732" y="600"/>
                  <a:pt x="1666" y="1666"/>
                </a:cubicBezTo>
                <a:cubicBezTo>
                  <a:pt x="599" y="2731"/>
                  <a:pt x="0" y="4177"/>
                  <a:pt x="0" y="5686"/>
                </a:cubicBezTo>
                <a:cubicBezTo>
                  <a:pt x="0" y="7194"/>
                  <a:pt x="599" y="8640"/>
                  <a:pt x="1666" y="9705"/>
                </a:cubicBezTo>
                <a:cubicBezTo>
                  <a:pt x="2732" y="10771"/>
                  <a:pt x="4178" y="11370"/>
                  <a:pt x="5685" y="11370"/>
                </a:cubicBezTo>
                <a:cubicBezTo>
                  <a:pt x="7193" y="11370"/>
                  <a:pt x="8639" y="10771"/>
                  <a:pt x="9706" y="9705"/>
                </a:cubicBezTo>
                <a:cubicBezTo>
                  <a:pt x="10771" y="8640"/>
                  <a:pt x="11370" y="7194"/>
                  <a:pt x="11370" y="5686"/>
                </a:cubicBezTo>
                <a:cubicBezTo>
                  <a:pt x="11370" y="4177"/>
                  <a:pt x="10771" y="2731"/>
                  <a:pt x="9706" y="1666"/>
                </a:cubicBezTo>
                <a:cubicBezTo>
                  <a:pt x="8639" y="600"/>
                  <a:pt x="7193" y="1"/>
                  <a:pt x="5685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9" name="Google Shape;299;p9"/>
          <p:cNvSpPr/>
          <p:nvPr/>
        </p:nvSpPr>
        <p:spPr>
          <a:xfrm>
            <a:off x="8260525" y="-926277"/>
            <a:ext cx="1633643" cy="1633499"/>
          </a:xfrm>
          <a:custGeom>
            <a:avLst/>
            <a:gdLst/>
            <a:ahLst/>
            <a:cxnLst/>
            <a:rect l="l" t="t" r="r" b="b"/>
            <a:pathLst>
              <a:path w="11371" h="11370" extrusionOk="0">
                <a:moveTo>
                  <a:pt x="5685" y="0"/>
                </a:moveTo>
                <a:cubicBezTo>
                  <a:pt x="4178" y="0"/>
                  <a:pt x="2732" y="599"/>
                  <a:pt x="1666" y="1664"/>
                </a:cubicBezTo>
                <a:cubicBezTo>
                  <a:pt x="599" y="2731"/>
                  <a:pt x="1" y="4177"/>
                  <a:pt x="1" y="5685"/>
                </a:cubicBezTo>
                <a:cubicBezTo>
                  <a:pt x="1" y="7192"/>
                  <a:pt x="599" y="8638"/>
                  <a:pt x="1666" y="9704"/>
                </a:cubicBezTo>
                <a:cubicBezTo>
                  <a:pt x="2732" y="10771"/>
                  <a:pt x="4178" y="11370"/>
                  <a:pt x="5685" y="11370"/>
                </a:cubicBezTo>
                <a:cubicBezTo>
                  <a:pt x="7193" y="11370"/>
                  <a:pt x="8639" y="10771"/>
                  <a:pt x="9706" y="9704"/>
                </a:cubicBezTo>
                <a:cubicBezTo>
                  <a:pt x="10772" y="8638"/>
                  <a:pt x="11370" y="7192"/>
                  <a:pt x="11370" y="5685"/>
                </a:cubicBezTo>
                <a:cubicBezTo>
                  <a:pt x="11370" y="4177"/>
                  <a:pt x="10772" y="2731"/>
                  <a:pt x="9706" y="1664"/>
                </a:cubicBezTo>
                <a:cubicBezTo>
                  <a:pt x="8639" y="599"/>
                  <a:pt x="7193" y="0"/>
                  <a:pt x="5685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00" name="Google Shape;300;p9"/>
          <p:cNvGrpSpPr/>
          <p:nvPr/>
        </p:nvGrpSpPr>
        <p:grpSpPr>
          <a:xfrm>
            <a:off x="8760128" y="971066"/>
            <a:ext cx="203866" cy="1019479"/>
            <a:chOff x="8708774" y="3823729"/>
            <a:chExt cx="203866" cy="1019479"/>
          </a:xfrm>
        </p:grpSpPr>
        <p:sp>
          <p:nvSpPr>
            <p:cNvPr id="301" name="Google Shape;301;p9"/>
            <p:cNvSpPr/>
            <p:nvPr/>
          </p:nvSpPr>
          <p:spPr>
            <a:xfrm>
              <a:off x="8857616" y="3823729"/>
              <a:ext cx="55025" cy="55168"/>
            </a:xfrm>
            <a:custGeom>
              <a:avLst/>
              <a:gdLst/>
              <a:ahLst/>
              <a:cxnLst/>
              <a:rect l="l" t="t" r="r" b="b"/>
              <a:pathLst>
                <a:path w="383" h="384" extrusionOk="0">
                  <a:moveTo>
                    <a:pt x="191" y="1"/>
                  </a:moveTo>
                  <a:cubicBezTo>
                    <a:pt x="85" y="1"/>
                    <a:pt x="1" y="86"/>
                    <a:pt x="1" y="192"/>
                  </a:cubicBezTo>
                  <a:cubicBezTo>
                    <a:pt x="1" y="298"/>
                    <a:pt x="85" y="384"/>
                    <a:pt x="191" y="384"/>
                  </a:cubicBezTo>
                  <a:cubicBezTo>
                    <a:pt x="297" y="384"/>
                    <a:pt x="383" y="298"/>
                    <a:pt x="383" y="192"/>
                  </a:cubicBezTo>
                  <a:cubicBezTo>
                    <a:pt x="383" y="86"/>
                    <a:pt x="297" y="1"/>
                    <a:pt x="1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Google Shape;302;p9"/>
            <p:cNvSpPr/>
            <p:nvPr/>
          </p:nvSpPr>
          <p:spPr>
            <a:xfrm>
              <a:off x="8857616" y="4037940"/>
              <a:ext cx="55025" cy="55168"/>
            </a:xfrm>
            <a:custGeom>
              <a:avLst/>
              <a:gdLst/>
              <a:ahLst/>
              <a:cxnLst/>
              <a:rect l="l" t="t" r="r" b="b"/>
              <a:pathLst>
                <a:path w="383" h="384" extrusionOk="0">
                  <a:moveTo>
                    <a:pt x="191" y="1"/>
                  </a:moveTo>
                  <a:cubicBezTo>
                    <a:pt x="85" y="1"/>
                    <a:pt x="1" y="86"/>
                    <a:pt x="1" y="192"/>
                  </a:cubicBezTo>
                  <a:cubicBezTo>
                    <a:pt x="1" y="297"/>
                    <a:pt x="85" y="384"/>
                    <a:pt x="191" y="384"/>
                  </a:cubicBezTo>
                  <a:cubicBezTo>
                    <a:pt x="297" y="384"/>
                    <a:pt x="383" y="298"/>
                    <a:pt x="383" y="192"/>
                  </a:cubicBezTo>
                  <a:cubicBezTo>
                    <a:pt x="383" y="86"/>
                    <a:pt x="297" y="1"/>
                    <a:pt x="1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Google Shape;303;p9"/>
            <p:cNvSpPr/>
            <p:nvPr/>
          </p:nvSpPr>
          <p:spPr>
            <a:xfrm>
              <a:off x="8857616" y="4252152"/>
              <a:ext cx="55025" cy="55025"/>
            </a:xfrm>
            <a:custGeom>
              <a:avLst/>
              <a:gdLst/>
              <a:ahLst/>
              <a:cxnLst/>
              <a:rect l="l" t="t" r="r" b="b"/>
              <a:pathLst>
                <a:path w="383" h="383" extrusionOk="0">
                  <a:moveTo>
                    <a:pt x="191" y="1"/>
                  </a:moveTo>
                  <a:cubicBezTo>
                    <a:pt x="85" y="1"/>
                    <a:pt x="1" y="86"/>
                    <a:pt x="1" y="192"/>
                  </a:cubicBezTo>
                  <a:cubicBezTo>
                    <a:pt x="1" y="297"/>
                    <a:pt x="85" y="383"/>
                    <a:pt x="191" y="383"/>
                  </a:cubicBezTo>
                  <a:cubicBezTo>
                    <a:pt x="297" y="383"/>
                    <a:pt x="383" y="297"/>
                    <a:pt x="383" y="192"/>
                  </a:cubicBezTo>
                  <a:cubicBezTo>
                    <a:pt x="383" y="86"/>
                    <a:pt x="297" y="1"/>
                    <a:pt x="1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Google Shape;304;p9"/>
            <p:cNvSpPr/>
            <p:nvPr/>
          </p:nvSpPr>
          <p:spPr>
            <a:xfrm>
              <a:off x="8857616" y="4466507"/>
              <a:ext cx="55025" cy="55025"/>
            </a:xfrm>
            <a:custGeom>
              <a:avLst/>
              <a:gdLst/>
              <a:ahLst/>
              <a:cxnLst/>
              <a:rect l="l" t="t" r="r" b="b"/>
              <a:pathLst>
                <a:path w="383" h="383" extrusionOk="0">
                  <a:moveTo>
                    <a:pt x="191" y="1"/>
                  </a:moveTo>
                  <a:cubicBezTo>
                    <a:pt x="85" y="1"/>
                    <a:pt x="1" y="86"/>
                    <a:pt x="1" y="192"/>
                  </a:cubicBezTo>
                  <a:cubicBezTo>
                    <a:pt x="1" y="297"/>
                    <a:pt x="85" y="383"/>
                    <a:pt x="191" y="383"/>
                  </a:cubicBezTo>
                  <a:cubicBezTo>
                    <a:pt x="297" y="383"/>
                    <a:pt x="383" y="297"/>
                    <a:pt x="383" y="192"/>
                  </a:cubicBezTo>
                  <a:cubicBezTo>
                    <a:pt x="383" y="86"/>
                    <a:pt x="297" y="1"/>
                    <a:pt x="1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Google Shape;305;p9"/>
            <p:cNvSpPr/>
            <p:nvPr/>
          </p:nvSpPr>
          <p:spPr>
            <a:xfrm>
              <a:off x="8857616" y="4680718"/>
              <a:ext cx="55025" cy="55025"/>
            </a:xfrm>
            <a:custGeom>
              <a:avLst/>
              <a:gdLst/>
              <a:ahLst/>
              <a:cxnLst/>
              <a:rect l="l" t="t" r="r" b="b"/>
              <a:pathLst>
                <a:path w="383" h="383" extrusionOk="0">
                  <a:moveTo>
                    <a:pt x="191" y="1"/>
                  </a:moveTo>
                  <a:cubicBezTo>
                    <a:pt x="85" y="1"/>
                    <a:pt x="1" y="86"/>
                    <a:pt x="1" y="191"/>
                  </a:cubicBezTo>
                  <a:cubicBezTo>
                    <a:pt x="1" y="297"/>
                    <a:pt x="85" y="383"/>
                    <a:pt x="191" y="383"/>
                  </a:cubicBezTo>
                  <a:cubicBezTo>
                    <a:pt x="297" y="383"/>
                    <a:pt x="383" y="297"/>
                    <a:pt x="383" y="191"/>
                  </a:cubicBezTo>
                  <a:cubicBezTo>
                    <a:pt x="383" y="86"/>
                    <a:pt x="297" y="1"/>
                    <a:pt x="1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Google Shape;306;p9"/>
            <p:cNvSpPr/>
            <p:nvPr/>
          </p:nvSpPr>
          <p:spPr>
            <a:xfrm>
              <a:off x="8708774" y="3931194"/>
              <a:ext cx="55025" cy="55168"/>
            </a:xfrm>
            <a:custGeom>
              <a:avLst/>
              <a:gdLst/>
              <a:ahLst/>
              <a:cxnLst/>
              <a:rect l="l" t="t" r="r" b="b"/>
              <a:pathLst>
                <a:path w="383" h="384" extrusionOk="0">
                  <a:moveTo>
                    <a:pt x="192" y="0"/>
                  </a:moveTo>
                  <a:cubicBezTo>
                    <a:pt x="86" y="0"/>
                    <a:pt x="0" y="86"/>
                    <a:pt x="0" y="192"/>
                  </a:cubicBezTo>
                  <a:cubicBezTo>
                    <a:pt x="0" y="297"/>
                    <a:pt x="86" y="383"/>
                    <a:pt x="192" y="383"/>
                  </a:cubicBezTo>
                  <a:cubicBezTo>
                    <a:pt x="297" y="383"/>
                    <a:pt x="382" y="298"/>
                    <a:pt x="382" y="192"/>
                  </a:cubicBezTo>
                  <a:cubicBezTo>
                    <a:pt x="382" y="86"/>
                    <a:pt x="297" y="0"/>
                    <a:pt x="19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Google Shape;307;p9"/>
            <p:cNvSpPr/>
            <p:nvPr/>
          </p:nvSpPr>
          <p:spPr>
            <a:xfrm>
              <a:off x="8708774" y="4145405"/>
              <a:ext cx="55025" cy="55025"/>
            </a:xfrm>
            <a:custGeom>
              <a:avLst/>
              <a:gdLst/>
              <a:ahLst/>
              <a:cxnLst/>
              <a:rect l="l" t="t" r="r" b="b"/>
              <a:pathLst>
                <a:path w="383" h="383" extrusionOk="0">
                  <a:moveTo>
                    <a:pt x="192" y="0"/>
                  </a:moveTo>
                  <a:cubicBezTo>
                    <a:pt x="86" y="0"/>
                    <a:pt x="0" y="86"/>
                    <a:pt x="0" y="191"/>
                  </a:cubicBezTo>
                  <a:cubicBezTo>
                    <a:pt x="0" y="297"/>
                    <a:pt x="86" y="382"/>
                    <a:pt x="192" y="382"/>
                  </a:cubicBezTo>
                  <a:cubicBezTo>
                    <a:pt x="297" y="382"/>
                    <a:pt x="382" y="297"/>
                    <a:pt x="382" y="191"/>
                  </a:cubicBezTo>
                  <a:cubicBezTo>
                    <a:pt x="382" y="86"/>
                    <a:pt x="297" y="0"/>
                    <a:pt x="19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Google Shape;308;p9"/>
            <p:cNvSpPr/>
            <p:nvPr/>
          </p:nvSpPr>
          <p:spPr>
            <a:xfrm>
              <a:off x="8708774" y="4359760"/>
              <a:ext cx="55025" cy="55025"/>
            </a:xfrm>
            <a:custGeom>
              <a:avLst/>
              <a:gdLst/>
              <a:ahLst/>
              <a:cxnLst/>
              <a:rect l="l" t="t" r="r" b="b"/>
              <a:pathLst>
                <a:path w="383" h="383" extrusionOk="0">
                  <a:moveTo>
                    <a:pt x="192" y="0"/>
                  </a:moveTo>
                  <a:cubicBezTo>
                    <a:pt x="86" y="0"/>
                    <a:pt x="0" y="86"/>
                    <a:pt x="0" y="192"/>
                  </a:cubicBezTo>
                  <a:cubicBezTo>
                    <a:pt x="0" y="297"/>
                    <a:pt x="86" y="382"/>
                    <a:pt x="192" y="382"/>
                  </a:cubicBezTo>
                  <a:cubicBezTo>
                    <a:pt x="297" y="382"/>
                    <a:pt x="382" y="297"/>
                    <a:pt x="382" y="192"/>
                  </a:cubicBezTo>
                  <a:cubicBezTo>
                    <a:pt x="382" y="86"/>
                    <a:pt x="297" y="0"/>
                    <a:pt x="19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Google Shape;309;p9"/>
            <p:cNvSpPr/>
            <p:nvPr/>
          </p:nvSpPr>
          <p:spPr>
            <a:xfrm>
              <a:off x="8708774" y="4573972"/>
              <a:ext cx="55025" cy="55025"/>
            </a:xfrm>
            <a:custGeom>
              <a:avLst/>
              <a:gdLst/>
              <a:ahLst/>
              <a:cxnLst/>
              <a:rect l="l" t="t" r="r" b="b"/>
              <a:pathLst>
                <a:path w="383" h="383" extrusionOk="0">
                  <a:moveTo>
                    <a:pt x="192" y="0"/>
                  </a:moveTo>
                  <a:cubicBezTo>
                    <a:pt x="86" y="0"/>
                    <a:pt x="0" y="86"/>
                    <a:pt x="0" y="191"/>
                  </a:cubicBezTo>
                  <a:cubicBezTo>
                    <a:pt x="0" y="297"/>
                    <a:pt x="86" y="382"/>
                    <a:pt x="192" y="382"/>
                  </a:cubicBezTo>
                  <a:cubicBezTo>
                    <a:pt x="297" y="382"/>
                    <a:pt x="382" y="297"/>
                    <a:pt x="382" y="191"/>
                  </a:cubicBezTo>
                  <a:cubicBezTo>
                    <a:pt x="382" y="86"/>
                    <a:pt x="297" y="0"/>
                    <a:pt x="19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Google Shape;310;p9"/>
            <p:cNvSpPr/>
            <p:nvPr/>
          </p:nvSpPr>
          <p:spPr>
            <a:xfrm>
              <a:off x="8708774" y="4788039"/>
              <a:ext cx="55025" cy="55168"/>
            </a:xfrm>
            <a:custGeom>
              <a:avLst/>
              <a:gdLst/>
              <a:ahLst/>
              <a:cxnLst/>
              <a:rect l="l" t="t" r="r" b="b"/>
              <a:pathLst>
                <a:path w="383" h="384" extrusionOk="0">
                  <a:moveTo>
                    <a:pt x="192" y="0"/>
                  </a:moveTo>
                  <a:cubicBezTo>
                    <a:pt x="86" y="0"/>
                    <a:pt x="0" y="86"/>
                    <a:pt x="0" y="192"/>
                  </a:cubicBezTo>
                  <a:cubicBezTo>
                    <a:pt x="0" y="298"/>
                    <a:pt x="86" y="383"/>
                    <a:pt x="192" y="383"/>
                  </a:cubicBezTo>
                  <a:cubicBezTo>
                    <a:pt x="297" y="383"/>
                    <a:pt x="382" y="298"/>
                    <a:pt x="382" y="192"/>
                  </a:cubicBezTo>
                  <a:cubicBezTo>
                    <a:pt x="382" y="86"/>
                    <a:pt x="297" y="0"/>
                    <a:pt x="19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11" name="Google Shape;311;p9"/>
          <p:cNvSpPr/>
          <p:nvPr/>
        </p:nvSpPr>
        <p:spPr>
          <a:xfrm>
            <a:off x="7285838" y="4804808"/>
            <a:ext cx="263774" cy="263774"/>
          </a:xfrm>
          <a:custGeom>
            <a:avLst/>
            <a:gdLst/>
            <a:ahLst/>
            <a:cxnLst/>
            <a:rect l="l" t="t" r="r" b="b"/>
            <a:pathLst>
              <a:path w="1836" h="1836" extrusionOk="0">
                <a:moveTo>
                  <a:pt x="732" y="0"/>
                </a:moveTo>
                <a:cubicBezTo>
                  <a:pt x="660" y="0"/>
                  <a:pt x="605" y="58"/>
                  <a:pt x="605" y="127"/>
                </a:cubicBezTo>
                <a:lnTo>
                  <a:pt x="605" y="604"/>
                </a:lnTo>
                <a:lnTo>
                  <a:pt x="128" y="604"/>
                </a:lnTo>
                <a:cubicBezTo>
                  <a:pt x="58" y="604"/>
                  <a:pt x="2" y="662"/>
                  <a:pt x="1" y="732"/>
                </a:cubicBezTo>
                <a:lnTo>
                  <a:pt x="1" y="1104"/>
                </a:lnTo>
                <a:cubicBezTo>
                  <a:pt x="1" y="1174"/>
                  <a:pt x="58" y="1231"/>
                  <a:pt x="128" y="1231"/>
                </a:cubicBezTo>
                <a:lnTo>
                  <a:pt x="605" y="1231"/>
                </a:lnTo>
                <a:lnTo>
                  <a:pt x="605" y="1708"/>
                </a:lnTo>
                <a:cubicBezTo>
                  <a:pt x="605" y="1779"/>
                  <a:pt x="663" y="1835"/>
                  <a:pt x="732" y="1835"/>
                </a:cubicBezTo>
                <a:lnTo>
                  <a:pt x="1104" y="1835"/>
                </a:lnTo>
                <a:cubicBezTo>
                  <a:pt x="1176" y="1835"/>
                  <a:pt x="1232" y="1778"/>
                  <a:pt x="1232" y="1708"/>
                </a:cubicBezTo>
                <a:lnTo>
                  <a:pt x="1232" y="1231"/>
                </a:lnTo>
                <a:lnTo>
                  <a:pt x="1709" y="1231"/>
                </a:lnTo>
                <a:cubicBezTo>
                  <a:pt x="1779" y="1231"/>
                  <a:pt x="1836" y="1173"/>
                  <a:pt x="1836" y="1104"/>
                </a:cubicBezTo>
                <a:lnTo>
                  <a:pt x="1836" y="732"/>
                </a:lnTo>
                <a:cubicBezTo>
                  <a:pt x="1836" y="660"/>
                  <a:pt x="1778" y="604"/>
                  <a:pt x="1709" y="604"/>
                </a:cubicBezTo>
                <a:lnTo>
                  <a:pt x="1232" y="604"/>
                </a:lnTo>
                <a:lnTo>
                  <a:pt x="1232" y="127"/>
                </a:lnTo>
                <a:cubicBezTo>
                  <a:pt x="1232" y="56"/>
                  <a:pt x="1174" y="0"/>
                  <a:pt x="110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12" name="Google Shape;312;p9"/>
          <p:cNvGrpSpPr/>
          <p:nvPr/>
        </p:nvGrpSpPr>
        <p:grpSpPr>
          <a:xfrm>
            <a:off x="205717" y="3128494"/>
            <a:ext cx="203866" cy="1019192"/>
            <a:chOff x="214740" y="1229486"/>
            <a:chExt cx="203866" cy="1019192"/>
          </a:xfrm>
        </p:grpSpPr>
        <p:sp>
          <p:nvSpPr>
            <p:cNvPr id="313" name="Google Shape;313;p9"/>
            <p:cNvSpPr/>
            <p:nvPr/>
          </p:nvSpPr>
          <p:spPr>
            <a:xfrm>
              <a:off x="363582" y="1229486"/>
              <a:ext cx="55025" cy="55025"/>
            </a:xfrm>
            <a:custGeom>
              <a:avLst/>
              <a:gdLst/>
              <a:ahLst/>
              <a:cxnLst/>
              <a:rect l="l" t="t" r="r" b="b"/>
              <a:pathLst>
                <a:path w="383" h="383" extrusionOk="0">
                  <a:moveTo>
                    <a:pt x="191" y="0"/>
                  </a:moveTo>
                  <a:cubicBezTo>
                    <a:pt x="86" y="0"/>
                    <a:pt x="0" y="86"/>
                    <a:pt x="0" y="191"/>
                  </a:cubicBezTo>
                  <a:cubicBezTo>
                    <a:pt x="0" y="296"/>
                    <a:pt x="86" y="382"/>
                    <a:pt x="191" y="382"/>
                  </a:cubicBezTo>
                  <a:cubicBezTo>
                    <a:pt x="297" y="382"/>
                    <a:pt x="383" y="296"/>
                    <a:pt x="383" y="191"/>
                  </a:cubicBezTo>
                  <a:cubicBezTo>
                    <a:pt x="383" y="86"/>
                    <a:pt x="297" y="0"/>
                    <a:pt x="19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314;p9"/>
            <p:cNvSpPr/>
            <p:nvPr/>
          </p:nvSpPr>
          <p:spPr>
            <a:xfrm>
              <a:off x="363582" y="1443554"/>
              <a:ext cx="55025" cy="55168"/>
            </a:xfrm>
            <a:custGeom>
              <a:avLst/>
              <a:gdLst/>
              <a:ahLst/>
              <a:cxnLst/>
              <a:rect l="l" t="t" r="r" b="b"/>
              <a:pathLst>
                <a:path w="383" h="384" extrusionOk="0">
                  <a:moveTo>
                    <a:pt x="191" y="0"/>
                  </a:moveTo>
                  <a:cubicBezTo>
                    <a:pt x="86" y="0"/>
                    <a:pt x="0" y="88"/>
                    <a:pt x="0" y="192"/>
                  </a:cubicBezTo>
                  <a:cubicBezTo>
                    <a:pt x="0" y="297"/>
                    <a:pt x="86" y="383"/>
                    <a:pt x="191" y="383"/>
                  </a:cubicBezTo>
                  <a:cubicBezTo>
                    <a:pt x="297" y="383"/>
                    <a:pt x="383" y="297"/>
                    <a:pt x="383" y="192"/>
                  </a:cubicBezTo>
                  <a:cubicBezTo>
                    <a:pt x="383" y="86"/>
                    <a:pt x="297" y="0"/>
                    <a:pt x="19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315;p9"/>
            <p:cNvSpPr/>
            <p:nvPr/>
          </p:nvSpPr>
          <p:spPr>
            <a:xfrm>
              <a:off x="363582" y="1657909"/>
              <a:ext cx="55025" cy="55168"/>
            </a:xfrm>
            <a:custGeom>
              <a:avLst/>
              <a:gdLst/>
              <a:ahLst/>
              <a:cxnLst/>
              <a:rect l="l" t="t" r="r" b="b"/>
              <a:pathLst>
                <a:path w="383" h="384" extrusionOk="0">
                  <a:moveTo>
                    <a:pt x="191" y="0"/>
                  </a:moveTo>
                  <a:cubicBezTo>
                    <a:pt x="86" y="0"/>
                    <a:pt x="0" y="86"/>
                    <a:pt x="0" y="192"/>
                  </a:cubicBezTo>
                  <a:cubicBezTo>
                    <a:pt x="0" y="298"/>
                    <a:pt x="86" y="383"/>
                    <a:pt x="191" y="383"/>
                  </a:cubicBezTo>
                  <a:cubicBezTo>
                    <a:pt x="297" y="383"/>
                    <a:pt x="383" y="298"/>
                    <a:pt x="383" y="192"/>
                  </a:cubicBezTo>
                  <a:cubicBezTo>
                    <a:pt x="383" y="86"/>
                    <a:pt x="297" y="0"/>
                    <a:pt x="19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316;p9"/>
            <p:cNvSpPr/>
            <p:nvPr/>
          </p:nvSpPr>
          <p:spPr>
            <a:xfrm>
              <a:off x="363582" y="1872120"/>
              <a:ext cx="55025" cy="55168"/>
            </a:xfrm>
            <a:custGeom>
              <a:avLst/>
              <a:gdLst/>
              <a:ahLst/>
              <a:cxnLst/>
              <a:rect l="l" t="t" r="r" b="b"/>
              <a:pathLst>
                <a:path w="383" h="384" extrusionOk="0">
                  <a:moveTo>
                    <a:pt x="191" y="0"/>
                  </a:moveTo>
                  <a:cubicBezTo>
                    <a:pt x="86" y="0"/>
                    <a:pt x="0" y="86"/>
                    <a:pt x="0" y="192"/>
                  </a:cubicBezTo>
                  <a:cubicBezTo>
                    <a:pt x="0" y="297"/>
                    <a:pt x="86" y="383"/>
                    <a:pt x="191" y="383"/>
                  </a:cubicBezTo>
                  <a:cubicBezTo>
                    <a:pt x="297" y="383"/>
                    <a:pt x="383" y="297"/>
                    <a:pt x="383" y="192"/>
                  </a:cubicBezTo>
                  <a:cubicBezTo>
                    <a:pt x="383" y="86"/>
                    <a:pt x="297" y="0"/>
                    <a:pt x="19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317;p9"/>
            <p:cNvSpPr/>
            <p:nvPr/>
          </p:nvSpPr>
          <p:spPr>
            <a:xfrm>
              <a:off x="363582" y="2086332"/>
              <a:ext cx="55025" cy="54881"/>
            </a:xfrm>
            <a:custGeom>
              <a:avLst/>
              <a:gdLst/>
              <a:ahLst/>
              <a:cxnLst/>
              <a:rect l="l" t="t" r="r" b="b"/>
              <a:pathLst>
                <a:path w="383" h="382" extrusionOk="0">
                  <a:moveTo>
                    <a:pt x="191" y="0"/>
                  </a:moveTo>
                  <a:cubicBezTo>
                    <a:pt x="86" y="0"/>
                    <a:pt x="0" y="86"/>
                    <a:pt x="0" y="192"/>
                  </a:cubicBezTo>
                  <a:cubicBezTo>
                    <a:pt x="0" y="296"/>
                    <a:pt x="86" y="382"/>
                    <a:pt x="191" y="382"/>
                  </a:cubicBezTo>
                  <a:cubicBezTo>
                    <a:pt x="297" y="382"/>
                    <a:pt x="383" y="296"/>
                    <a:pt x="383" y="192"/>
                  </a:cubicBezTo>
                  <a:cubicBezTo>
                    <a:pt x="383" y="86"/>
                    <a:pt x="297" y="0"/>
                    <a:pt x="19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318;p9"/>
            <p:cNvSpPr/>
            <p:nvPr/>
          </p:nvSpPr>
          <p:spPr>
            <a:xfrm>
              <a:off x="214740" y="1336664"/>
              <a:ext cx="55025" cy="55168"/>
            </a:xfrm>
            <a:custGeom>
              <a:avLst/>
              <a:gdLst/>
              <a:ahLst/>
              <a:cxnLst/>
              <a:rect l="l" t="t" r="r" b="b"/>
              <a:pathLst>
                <a:path w="383" h="384" extrusionOk="0">
                  <a:moveTo>
                    <a:pt x="191" y="1"/>
                  </a:moveTo>
                  <a:cubicBezTo>
                    <a:pt x="86" y="1"/>
                    <a:pt x="1" y="88"/>
                    <a:pt x="1" y="192"/>
                  </a:cubicBezTo>
                  <a:cubicBezTo>
                    <a:pt x="1" y="298"/>
                    <a:pt x="86" y="384"/>
                    <a:pt x="191" y="384"/>
                  </a:cubicBezTo>
                  <a:cubicBezTo>
                    <a:pt x="297" y="384"/>
                    <a:pt x="383" y="298"/>
                    <a:pt x="383" y="192"/>
                  </a:cubicBezTo>
                  <a:cubicBezTo>
                    <a:pt x="383" y="86"/>
                    <a:pt x="297" y="1"/>
                    <a:pt x="1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319;p9"/>
            <p:cNvSpPr/>
            <p:nvPr/>
          </p:nvSpPr>
          <p:spPr>
            <a:xfrm>
              <a:off x="214740" y="1551019"/>
              <a:ext cx="55025" cy="55168"/>
            </a:xfrm>
            <a:custGeom>
              <a:avLst/>
              <a:gdLst/>
              <a:ahLst/>
              <a:cxnLst/>
              <a:rect l="l" t="t" r="r" b="b"/>
              <a:pathLst>
                <a:path w="383" h="384" extrusionOk="0">
                  <a:moveTo>
                    <a:pt x="191" y="1"/>
                  </a:moveTo>
                  <a:cubicBezTo>
                    <a:pt x="86" y="1"/>
                    <a:pt x="1" y="86"/>
                    <a:pt x="1" y="192"/>
                  </a:cubicBezTo>
                  <a:cubicBezTo>
                    <a:pt x="1" y="298"/>
                    <a:pt x="86" y="384"/>
                    <a:pt x="191" y="384"/>
                  </a:cubicBezTo>
                  <a:cubicBezTo>
                    <a:pt x="297" y="384"/>
                    <a:pt x="383" y="298"/>
                    <a:pt x="383" y="192"/>
                  </a:cubicBezTo>
                  <a:cubicBezTo>
                    <a:pt x="383" y="86"/>
                    <a:pt x="297" y="1"/>
                    <a:pt x="1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320;p9"/>
            <p:cNvSpPr/>
            <p:nvPr/>
          </p:nvSpPr>
          <p:spPr>
            <a:xfrm>
              <a:off x="214740" y="1765230"/>
              <a:ext cx="55025" cy="55168"/>
            </a:xfrm>
            <a:custGeom>
              <a:avLst/>
              <a:gdLst/>
              <a:ahLst/>
              <a:cxnLst/>
              <a:rect l="l" t="t" r="r" b="b"/>
              <a:pathLst>
                <a:path w="383" h="384" extrusionOk="0">
                  <a:moveTo>
                    <a:pt x="191" y="1"/>
                  </a:moveTo>
                  <a:cubicBezTo>
                    <a:pt x="86" y="1"/>
                    <a:pt x="1" y="86"/>
                    <a:pt x="1" y="192"/>
                  </a:cubicBezTo>
                  <a:cubicBezTo>
                    <a:pt x="1" y="298"/>
                    <a:pt x="86" y="384"/>
                    <a:pt x="191" y="384"/>
                  </a:cubicBezTo>
                  <a:cubicBezTo>
                    <a:pt x="297" y="384"/>
                    <a:pt x="383" y="298"/>
                    <a:pt x="383" y="192"/>
                  </a:cubicBezTo>
                  <a:cubicBezTo>
                    <a:pt x="383" y="86"/>
                    <a:pt x="297" y="1"/>
                    <a:pt x="1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321;p9"/>
            <p:cNvSpPr/>
            <p:nvPr/>
          </p:nvSpPr>
          <p:spPr>
            <a:xfrm>
              <a:off x="214740" y="1979442"/>
              <a:ext cx="55025" cy="55025"/>
            </a:xfrm>
            <a:custGeom>
              <a:avLst/>
              <a:gdLst/>
              <a:ahLst/>
              <a:cxnLst/>
              <a:rect l="l" t="t" r="r" b="b"/>
              <a:pathLst>
                <a:path w="383" h="383" extrusionOk="0">
                  <a:moveTo>
                    <a:pt x="191" y="1"/>
                  </a:moveTo>
                  <a:cubicBezTo>
                    <a:pt x="86" y="1"/>
                    <a:pt x="1" y="86"/>
                    <a:pt x="1" y="192"/>
                  </a:cubicBezTo>
                  <a:cubicBezTo>
                    <a:pt x="1" y="297"/>
                    <a:pt x="86" y="383"/>
                    <a:pt x="191" y="383"/>
                  </a:cubicBezTo>
                  <a:cubicBezTo>
                    <a:pt x="297" y="383"/>
                    <a:pt x="383" y="297"/>
                    <a:pt x="383" y="192"/>
                  </a:cubicBezTo>
                  <a:cubicBezTo>
                    <a:pt x="383" y="86"/>
                    <a:pt x="297" y="1"/>
                    <a:pt x="1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322;p9"/>
            <p:cNvSpPr/>
            <p:nvPr/>
          </p:nvSpPr>
          <p:spPr>
            <a:xfrm>
              <a:off x="214740" y="2193653"/>
              <a:ext cx="55025" cy="55025"/>
            </a:xfrm>
            <a:custGeom>
              <a:avLst/>
              <a:gdLst/>
              <a:ahLst/>
              <a:cxnLst/>
              <a:rect l="l" t="t" r="r" b="b"/>
              <a:pathLst>
                <a:path w="383" h="383" extrusionOk="0">
                  <a:moveTo>
                    <a:pt x="191" y="1"/>
                  </a:moveTo>
                  <a:cubicBezTo>
                    <a:pt x="86" y="1"/>
                    <a:pt x="1" y="86"/>
                    <a:pt x="1" y="191"/>
                  </a:cubicBezTo>
                  <a:cubicBezTo>
                    <a:pt x="1" y="297"/>
                    <a:pt x="86" y="383"/>
                    <a:pt x="191" y="383"/>
                  </a:cubicBezTo>
                  <a:cubicBezTo>
                    <a:pt x="297" y="383"/>
                    <a:pt x="383" y="297"/>
                    <a:pt x="383" y="191"/>
                  </a:cubicBezTo>
                  <a:cubicBezTo>
                    <a:pt x="383" y="86"/>
                    <a:pt x="297" y="1"/>
                    <a:pt x="1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23" name="Google Shape;323;p9"/>
          <p:cNvSpPr/>
          <p:nvPr/>
        </p:nvSpPr>
        <p:spPr>
          <a:xfrm>
            <a:off x="7549600" y="-81676"/>
            <a:ext cx="425832" cy="425839"/>
          </a:xfrm>
          <a:custGeom>
            <a:avLst/>
            <a:gdLst/>
            <a:ahLst/>
            <a:cxnLst/>
            <a:rect l="l" t="t" r="r" b="b"/>
            <a:pathLst>
              <a:path w="2962" h="2962" extrusionOk="0">
                <a:moveTo>
                  <a:pt x="1182" y="0"/>
                </a:moveTo>
                <a:cubicBezTo>
                  <a:pt x="1070" y="0"/>
                  <a:pt x="978" y="91"/>
                  <a:pt x="978" y="206"/>
                </a:cubicBezTo>
                <a:lnTo>
                  <a:pt x="977" y="976"/>
                </a:lnTo>
                <a:lnTo>
                  <a:pt x="207" y="974"/>
                </a:lnTo>
                <a:cubicBezTo>
                  <a:pt x="92" y="974"/>
                  <a:pt x="2" y="1065"/>
                  <a:pt x="2" y="1179"/>
                </a:cubicBezTo>
                <a:lnTo>
                  <a:pt x="0" y="1780"/>
                </a:lnTo>
                <a:cubicBezTo>
                  <a:pt x="0" y="1892"/>
                  <a:pt x="91" y="1984"/>
                  <a:pt x="205" y="1984"/>
                </a:cubicBezTo>
                <a:lnTo>
                  <a:pt x="975" y="1987"/>
                </a:lnTo>
                <a:lnTo>
                  <a:pt x="974" y="2757"/>
                </a:lnTo>
                <a:cubicBezTo>
                  <a:pt x="974" y="2869"/>
                  <a:pt x="1065" y="2961"/>
                  <a:pt x="1178" y="2961"/>
                </a:cubicBezTo>
                <a:lnTo>
                  <a:pt x="1780" y="2962"/>
                </a:lnTo>
                <a:cubicBezTo>
                  <a:pt x="1894" y="2962"/>
                  <a:pt x="1985" y="2871"/>
                  <a:pt x="1985" y="2758"/>
                </a:cubicBezTo>
                <a:lnTo>
                  <a:pt x="1986" y="1988"/>
                </a:lnTo>
                <a:lnTo>
                  <a:pt x="2756" y="1989"/>
                </a:lnTo>
                <a:cubicBezTo>
                  <a:pt x="2868" y="1989"/>
                  <a:pt x="2960" y="1898"/>
                  <a:pt x="2960" y="1784"/>
                </a:cubicBezTo>
                <a:lnTo>
                  <a:pt x="2960" y="1182"/>
                </a:lnTo>
                <a:cubicBezTo>
                  <a:pt x="2961" y="1069"/>
                  <a:pt x="2870" y="978"/>
                  <a:pt x="2758" y="978"/>
                </a:cubicBezTo>
                <a:lnTo>
                  <a:pt x="1988" y="977"/>
                </a:lnTo>
                <a:lnTo>
                  <a:pt x="1989" y="207"/>
                </a:lnTo>
                <a:cubicBezTo>
                  <a:pt x="1989" y="93"/>
                  <a:pt x="1898" y="2"/>
                  <a:pt x="1785" y="2"/>
                </a:cubicBezTo>
                <a:lnTo>
                  <a:pt x="1182" y="0"/>
                </a:lnTo>
                <a:close/>
              </a:path>
            </a:pathLst>
          </a:cu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4" name="Google Shape;324;p9"/>
          <p:cNvSpPr/>
          <p:nvPr/>
        </p:nvSpPr>
        <p:spPr>
          <a:xfrm>
            <a:off x="955387" y="4804804"/>
            <a:ext cx="263917" cy="263774"/>
          </a:xfrm>
          <a:custGeom>
            <a:avLst/>
            <a:gdLst/>
            <a:ahLst/>
            <a:cxnLst/>
            <a:rect l="l" t="t" r="r" b="b"/>
            <a:pathLst>
              <a:path w="1837" h="1836" extrusionOk="0">
                <a:moveTo>
                  <a:pt x="731" y="0"/>
                </a:moveTo>
                <a:cubicBezTo>
                  <a:pt x="661" y="0"/>
                  <a:pt x="605" y="58"/>
                  <a:pt x="605" y="127"/>
                </a:cubicBezTo>
                <a:lnTo>
                  <a:pt x="605" y="604"/>
                </a:lnTo>
                <a:lnTo>
                  <a:pt x="127" y="604"/>
                </a:lnTo>
                <a:cubicBezTo>
                  <a:pt x="58" y="604"/>
                  <a:pt x="1" y="660"/>
                  <a:pt x="1" y="731"/>
                </a:cubicBezTo>
                <a:lnTo>
                  <a:pt x="1" y="1104"/>
                </a:lnTo>
                <a:cubicBezTo>
                  <a:pt x="1" y="1176"/>
                  <a:pt x="58" y="1231"/>
                  <a:pt x="127" y="1231"/>
                </a:cubicBezTo>
                <a:lnTo>
                  <a:pt x="605" y="1231"/>
                </a:lnTo>
                <a:lnTo>
                  <a:pt x="605" y="1708"/>
                </a:lnTo>
                <a:cubicBezTo>
                  <a:pt x="605" y="1780"/>
                  <a:pt x="662" y="1835"/>
                  <a:pt x="731" y="1835"/>
                </a:cubicBezTo>
                <a:lnTo>
                  <a:pt x="1105" y="1835"/>
                </a:lnTo>
                <a:cubicBezTo>
                  <a:pt x="1175" y="1835"/>
                  <a:pt x="1232" y="1778"/>
                  <a:pt x="1232" y="1708"/>
                </a:cubicBezTo>
                <a:lnTo>
                  <a:pt x="1232" y="1231"/>
                </a:lnTo>
                <a:lnTo>
                  <a:pt x="1709" y="1231"/>
                </a:lnTo>
                <a:cubicBezTo>
                  <a:pt x="1780" y="1231"/>
                  <a:pt x="1836" y="1173"/>
                  <a:pt x="1836" y="1104"/>
                </a:cubicBezTo>
                <a:lnTo>
                  <a:pt x="1836" y="731"/>
                </a:lnTo>
                <a:cubicBezTo>
                  <a:pt x="1836" y="660"/>
                  <a:pt x="1779" y="604"/>
                  <a:pt x="1709" y="604"/>
                </a:cubicBezTo>
                <a:lnTo>
                  <a:pt x="1232" y="604"/>
                </a:lnTo>
                <a:lnTo>
                  <a:pt x="1232" y="127"/>
                </a:lnTo>
                <a:cubicBezTo>
                  <a:pt x="1232" y="56"/>
                  <a:pt x="1174" y="0"/>
                  <a:pt x="1105" y="0"/>
                </a:cubicBezTo>
                <a:close/>
              </a:path>
            </a:pathLst>
          </a:cu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5" name="Google Shape;325;p9"/>
          <p:cNvSpPr/>
          <p:nvPr/>
        </p:nvSpPr>
        <p:spPr>
          <a:xfrm>
            <a:off x="996013" y="131408"/>
            <a:ext cx="263774" cy="263774"/>
          </a:xfrm>
          <a:custGeom>
            <a:avLst/>
            <a:gdLst/>
            <a:ahLst/>
            <a:cxnLst/>
            <a:rect l="l" t="t" r="r" b="b"/>
            <a:pathLst>
              <a:path w="1836" h="1836" extrusionOk="0">
                <a:moveTo>
                  <a:pt x="732" y="0"/>
                </a:moveTo>
                <a:cubicBezTo>
                  <a:pt x="660" y="0"/>
                  <a:pt x="605" y="58"/>
                  <a:pt x="605" y="127"/>
                </a:cubicBezTo>
                <a:lnTo>
                  <a:pt x="605" y="604"/>
                </a:lnTo>
                <a:lnTo>
                  <a:pt x="128" y="604"/>
                </a:lnTo>
                <a:cubicBezTo>
                  <a:pt x="58" y="604"/>
                  <a:pt x="2" y="662"/>
                  <a:pt x="1" y="732"/>
                </a:cubicBezTo>
                <a:lnTo>
                  <a:pt x="1" y="1104"/>
                </a:lnTo>
                <a:cubicBezTo>
                  <a:pt x="1" y="1174"/>
                  <a:pt x="58" y="1231"/>
                  <a:pt x="128" y="1231"/>
                </a:cubicBezTo>
                <a:lnTo>
                  <a:pt x="605" y="1231"/>
                </a:lnTo>
                <a:lnTo>
                  <a:pt x="605" y="1708"/>
                </a:lnTo>
                <a:cubicBezTo>
                  <a:pt x="605" y="1779"/>
                  <a:pt x="663" y="1835"/>
                  <a:pt x="732" y="1835"/>
                </a:cubicBezTo>
                <a:lnTo>
                  <a:pt x="1104" y="1835"/>
                </a:lnTo>
                <a:cubicBezTo>
                  <a:pt x="1176" y="1835"/>
                  <a:pt x="1232" y="1778"/>
                  <a:pt x="1232" y="1708"/>
                </a:cubicBezTo>
                <a:lnTo>
                  <a:pt x="1232" y="1231"/>
                </a:lnTo>
                <a:lnTo>
                  <a:pt x="1709" y="1231"/>
                </a:lnTo>
                <a:cubicBezTo>
                  <a:pt x="1779" y="1231"/>
                  <a:pt x="1836" y="1173"/>
                  <a:pt x="1836" y="1104"/>
                </a:cubicBezTo>
                <a:lnTo>
                  <a:pt x="1836" y="732"/>
                </a:lnTo>
                <a:cubicBezTo>
                  <a:pt x="1836" y="660"/>
                  <a:pt x="1778" y="604"/>
                  <a:pt x="1709" y="604"/>
                </a:cubicBezTo>
                <a:lnTo>
                  <a:pt x="1232" y="604"/>
                </a:lnTo>
                <a:lnTo>
                  <a:pt x="1232" y="127"/>
                </a:lnTo>
                <a:cubicBezTo>
                  <a:pt x="1232" y="56"/>
                  <a:pt x="1174" y="0"/>
                  <a:pt x="110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26" name="Google Shape;326;p9"/>
          <p:cNvGrpSpPr/>
          <p:nvPr/>
        </p:nvGrpSpPr>
        <p:grpSpPr>
          <a:xfrm>
            <a:off x="-400430" y="164206"/>
            <a:ext cx="916519" cy="1018144"/>
            <a:chOff x="4190730" y="1208675"/>
            <a:chExt cx="137025" cy="151575"/>
          </a:xfrm>
        </p:grpSpPr>
        <p:sp>
          <p:nvSpPr>
            <p:cNvPr id="327" name="Google Shape;327;p9"/>
            <p:cNvSpPr/>
            <p:nvPr/>
          </p:nvSpPr>
          <p:spPr>
            <a:xfrm>
              <a:off x="4190730" y="1213375"/>
              <a:ext cx="128000" cy="146875"/>
            </a:xfrm>
            <a:custGeom>
              <a:avLst/>
              <a:gdLst/>
              <a:ahLst/>
              <a:cxnLst/>
              <a:rect l="l" t="t" r="r" b="b"/>
              <a:pathLst>
                <a:path w="5120" h="5875" extrusionOk="0">
                  <a:moveTo>
                    <a:pt x="3208" y="5875"/>
                  </a:moveTo>
                  <a:lnTo>
                    <a:pt x="0" y="4517"/>
                  </a:lnTo>
                  <a:lnTo>
                    <a:pt x="1912" y="1"/>
                  </a:lnTo>
                  <a:lnTo>
                    <a:pt x="5119" y="1357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328;p9"/>
            <p:cNvSpPr/>
            <p:nvPr/>
          </p:nvSpPr>
          <p:spPr>
            <a:xfrm>
              <a:off x="4239455" y="1270975"/>
              <a:ext cx="61625" cy="56900"/>
            </a:xfrm>
            <a:custGeom>
              <a:avLst/>
              <a:gdLst/>
              <a:ahLst/>
              <a:cxnLst/>
              <a:rect l="l" t="t" r="r" b="b"/>
              <a:pathLst>
                <a:path w="2465" h="2276" extrusionOk="0">
                  <a:moveTo>
                    <a:pt x="721" y="0"/>
                  </a:moveTo>
                  <a:cubicBezTo>
                    <a:pt x="651" y="0"/>
                    <a:pt x="584" y="41"/>
                    <a:pt x="556" y="110"/>
                  </a:cubicBezTo>
                  <a:lnTo>
                    <a:pt x="39" y="1333"/>
                  </a:lnTo>
                  <a:cubicBezTo>
                    <a:pt x="0" y="1424"/>
                    <a:pt x="43" y="1529"/>
                    <a:pt x="134" y="1566"/>
                  </a:cubicBezTo>
                  <a:lnTo>
                    <a:pt x="1808" y="2275"/>
                  </a:lnTo>
                  <a:lnTo>
                    <a:pt x="2464" y="723"/>
                  </a:lnTo>
                  <a:lnTo>
                    <a:pt x="790" y="14"/>
                  </a:lnTo>
                  <a:cubicBezTo>
                    <a:pt x="768" y="5"/>
                    <a:pt x="744" y="0"/>
                    <a:pt x="72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329;p9"/>
            <p:cNvSpPr/>
            <p:nvPr/>
          </p:nvSpPr>
          <p:spPr>
            <a:xfrm>
              <a:off x="4222380" y="1208675"/>
              <a:ext cx="105375" cy="60075"/>
            </a:xfrm>
            <a:custGeom>
              <a:avLst/>
              <a:gdLst/>
              <a:ahLst/>
              <a:cxnLst/>
              <a:rect l="l" t="t" r="r" b="b"/>
              <a:pathLst>
                <a:path w="4215" h="2403" extrusionOk="0">
                  <a:moveTo>
                    <a:pt x="421" y="1"/>
                  </a:moveTo>
                  <a:cubicBezTo>
                    <a:pt x="355" y="1"/>
                    <a:pt x="293" y="40"/>
                    <a:pt x="266" y="104"/>
                  </a:cubicBezTo>
                  <a:lnTo>
                    <a:pt x="37" y="644"/>
                  </a:lnTo>
                  <a:cubicBezTo>
                    <a:pt x="1" y="730"/>
                    <a:pt x="41" y="828"/>
                    <a:pt x="127" y="865"/>
                  </a:cubicBezTo>
                  <a:lnTo>
                    <a:pt x="3730" y="2389"/>
                  </a:lnTo>
                  <a:cubicBezTo>
                    <a:pt x="3751" y="2398"/>
                    <a:pt x="3773" y="2402"/>
                    <a:pt x="3795" y="2402"/>
                  </a:cubicBezTo>
                  <a:cubicBezTo>
                    <a:pt x="3860" y="2402"/>
                    <a:pt x="3923" y="2363"/>
                    <a:pt x="3951" y="2299"/>
                  </a:cubicBezTo>
                  <a:lnTo>
                    <a:pt x="4179" y="1759"/>
                  </a:lnTo>
                  <a:cubicBezTo>
                    <a:pt x="4215" y="1673"/>
                    <a:pt x="4175" y="1575"/>
                    <a:pt x="4090" y="1538"/>
                  </a:cubicBezTo>
                  <a:lnTo>
                    <a:pt x="486" y="14"/>
                  </a:lnTo>
                  <a:cubicBezTo>
                    <a:pt x="465" y="5"/>
                    <a:pt x="443" y="1"/>
                    <a:pt x="42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330;p9"/>
            <p:cNvSpPr/>
            <p:nvPr/>
          </p:nvSpPr>
          <p:spPr>
            <a:xfrm>
              <a:off x="4255605" y="1284725"/>
              <a:ext cx="29900" cy="29400"/>
            </a:xfrm>
            <a:custGeom>
              <a:avLst/>
              <a:gdLst/>
              <a:ahLst/>
              <a:cxnLst/>
              <a:rect l="l" t="t" r="r" b="b"/>
              <a:pathLst>
                <a:path w="1196" h="1176" extrusionOk="0">
                  <a:moveTo>
                    <a:pt x="684" y="1"/>
                  </a:moveTo>
                  <a:cubicBezTo>
                    <a:pt x="653" y="1"/>
                    <a:pt x="623" y="19"/>
                    <a:pt x="611" y="50"/>
                  </a:cubicBezTo>
                  <a:lnTo>
                    <a:pt x="493" y="329"/>
                  </a:lnTo>
                  <a:lnTo>
                    <a:pt x="215" y="211"/>
                  </a:lnTo>
                  <a:cubicBezTo>
                    <a:pt x="205" y="207"/>
                    <a:pt x="194" y="205"/>
                    <a:pt x="184" y="205"/>
                  </a:cubicBezTo>
                  <a:cubicBezTo>
                    <a:pt x="152" y="205"/>
                    <a:pt x="122" y="223"/>
                    <a:pt x="109" y="254"/>
                  </a:cubicBezTo>
                  <a:lnTo>
                    <a:pt x="17" y="470"/>
                  </a:lnTo>
                  <a:cubicBezTo>
                    <a:pt x="0" y="511"/>
                    <a:pt x="18" y="557"/>
                    <a:pt x="60" y="576"/>
                  </a:cubicBezTo>
                  <a:lnTo>
                    <a:pt x="338" y="693"/>
                  </a:lnTo>
                  <a:lnTo>
                    <a:pt x="220" y="971"/>
                  </a:lnTo>
                  <a:cubicBezTo>
                    <a:pt x="203" y="1013"/>
                    <a:pt x="221" y="1059"/>
                    <a:pt x="263" y="1077"/>
                  </a:cubicBezTo>
                  <a:lnTo>
                    <a:pt x="479" y="1169"/>
                  </a:lnTo>
                  <a:cubicBezTo>
                    <a:pt x="490" y="1174"/>
                    <a:pt x="501" y="1176"/>
                    <a:pt x="511" y="1176"/>
                  </a:cubicBezTo>
                  <a:cubicBezTo>
                    <a:pt x="543" y="1176"/>
                    <a:pt x="572" y="1158"/>
                    <a:pt x="585" y="1126"/>
                  </a:cubicBezTo>
                  <a:lnTo>
                    <a:pt x="703" y="848"/>
                  </a:lnTo>
                  <a:lnTo>
                    <a:pt x="981" y="966"/>
                  </a:lnTo>
                  <a:cubicBezTo>
                    <a:pt x="991" y="970"/>
                    <a:pt x="1002" y="972"/>
                    <a:pt x="1013" y="972"/>
                  </a:cubicBezTo>
                  <a:cubicBezTo>
                    <a:pt x="1044" y="972"/>
                    <a:pt x="1074" y="954"/>
                    <a:pt x="1087" y="923"/>
                  </a:cubicBezTo>
                  <a:lnTo>
                    <a:pt x="1179" y="706"/>
                  </a:lnTo>
                  <a:cubicBezTo>
                    <a:pt x="1196" y="665"/>
                    <a:pt x="1178" y="618"/>
                    <a:pt x="1136" y="601"/>
                  </a:cubicBezTo>
                  <a:lnTo>
                    <a:pt x="858" y="484"/>
                  </a:lnTo>
                  <a:lnTo>
                    <a:pt x="975" y="206"/>
                  </a:lnTo>
                  <a:cubicBezTo>
                    <a:pt x="993" y="164"/>
                    <a:pt x="974" y="117"/>
                    <a:pt x="933" y="100"/>
                  </a:cubicBezTo>
                  <a:lnTo>
                    <a:pt x="716" y="8"/>
                  </a:lnTo>
                  <a:cubicBezTo>
                    <a:pt x="705" y="3"/>
                    <a:pt x="694" y="1"/>
                    <a:pt x="68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31" name="Google Shape;331;p9"/>
          <p:cNvGrpSpPr/>
          <p:nvPr/>
        </p:nvGrpSpPr>
        <p:grpSpPr>
          <a:xfrm flipH="1">
            <a:off x="8719990" y="3937701"/>
            <a:ext cx="799183" cy="1018146"/>
            <a:chOff x="169350" y="2321125"/>
            <a:chExt cx="114050" cy="145300"/>
          </a:xfrm>
        </p:grpSpPr>
        <p:sp>
          <p:nvSpPr>
            <p:cNvPr id="332" name="Google Shape;332;p9"/>
            <p:cNvSpPr/>
            <p:nvPr/>
          </p:nvSpPr>
          <p:spPr>
            <a:xfrm>
              <a:off x="169350" y="2333050"/>
              <a:ext cx="112050" cy="133375"/>
            </a:xfrm>
            <a:custGeom>
              <a:avLst/>
              <a:gdLst/>
              <a:ahLst/>
              <a:cxnLst/>
              <a:rect l="l" t="t" r="r" b="b"/>
              <a:pathLst>
                <a:path w="4482" h="5335" extrusionOk="0">
                  <a:moveTo>
                    <a:pt x="2262" y="1"/>
                  </a:moveTo>
                  <a:lnTo>
                    <a:pt x="2057" y="560"/>
                  </a:lnTo>
                  <a:cubicBezTo>
                    <a:pt x="1595" y="582"/>
                    <a:pt x="1170" y="875"/>
                    <a:pt x="1001" y="1336"/>
                  </a:cubicBezTo>
                  <a:lnTo>
                    <a:pt x="73" y="3871"/>
                  </a:lnTo>
                  <a:cubicBezTo>
                    <a:pt x="1" y="4068"/>
                    <a:pt x="102" y="4289"/>
                    <a:pt x="300" y="4360"/>
                  </a:cubicBezTo>
                  <a:lnTo>
                    <a:pt x="2895" y="5311"/>
                  </a:lnTo>
                  <a:cubicBezTo>
                    <a:pt x="2938" y="5327"/>
                    <a:pt x="2982" y="5334"/>
                    <a:pt x="3025" y="5334"/>
                  </a:cubicBezTo>
                  <a:cubicBezTo>
                    <a:pt x="3181" y="5334"/>
                    <a:pt x="3328" y="5238"/>
                    <a:pt x="3385" y="5083"/>
                  </a:cubicBezTo>
                  <a:lnTo>
                    <a:pt x="4312" y="2549"/>
                  </a:lnTo>
                  <a:cubicBezTo>
                    <a:pt x="4481" y="2083"/>
                    <a:pt x="4343" y="1584"/>
                    <a:pt x="4001" y="1269"/>
                  </a:cubicBezTo>
                  <a:lnTo>
                    <a:pt x="4205" y="712"/>
                  </a:lnTo>
                  <a:lnTo>
                    <a:pt x="226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333;p9"/>
            <p:cNvSpPr/>
            <p:nvPr/>
          </p:nvSpPr>
          <p:spPr>
            <a:xfrm>
              <a:off x="179375" y="2370500"/>
              <a:ext cx="96275" cy="67100"/>
            </a:xfrm>
            <a:custGeom>
              <a:avLst/>
              <a:gdLst/>
              <a:ahLst/>
              <a:cxnLst/>
              <a:rect l="l" t="t" r="r" b="b"/>
              <a:pathLst>
                <a:path w="3851" h="2684" extrusionOk="0">
                  <a:moveTo>
                    <a:pt x="3312" y="2684"/>
                  </a:moveTo>
                  <a:lnTo>
                    <a:pt x="1" y="1471"/>
                  </a:lnTo>
                  <a:lnTo>
                    <a:pt x="539" y="0"/>
                  </a:lnTo>
                  <a:lnTo>
                    <a:pt x="3850" y="1213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34;p9"/>
            <p:cNvSpPr/>
            <p:nvPr/>
          </p:nvSpPr>
          <p:spPr>
            <a:xfrm>
              <a:off x="218175" y="2321125"/>
              <a:ext cx="65225" cy="36950"/>
            </a:xfrm>
            <a:custGeom>
              <a:avLst/>
              <a:gdLst/>
              <a:ahLst/>
              <a:cxnLst/>
              <a:rect l="l" t="t" r="r" b="b"/>
              <a:pathLst>
                <a:path w="2609" h="1478" extrusionOk="0">
                  <a:moveTo>
                    <a:pt x="2386" y="1478"/>
                  </a:moveTo>
                  <a:lnTo>
                    <a:pt x="1" y="605"/>
                  </a:lnTo>
                  <a:lnTo>
                    <a:pt x="223" y="1"/>
                  </a:lnTo>
                  <a:lnTo>
                    <a:pt x="2608" y="874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10"/>
          <p:cNvSpPr>
            <a:spLocks noGrp="1"/>
          </p:cNvSpPr>
          <p:nvPr>
            <p:ph type="pic" idx="2"/>
          </p:nvPr>
        </p:nvSpPr>
        <p:spPr>
          <a:xfrm>
            <a:off x="-6875" y="0"/>
            <a:ext cx="9144000" cy="5157300"/>
          </a:xfrm>
          <a:prstGeom prst="rect">
            <a:avLst/>
          </a:prstGeom>
          <a:noFill/>
          <a:ln>
            <a:noFill/>
          </a:ln>
        </p:spPr>
      </p:sp>
      <p:sp>
        <p:nvSpPr>
          <p:cNvPr id="337" name="Google Shape;337;p10"/>
          <p:cNvSpPr txBox="1">
            <a:spLocks noGrp="1"/>
          </p:cNvSpPr>
          <p:nvPr>
            <p:ph type="title"/>
          </p:nvPr>
        </p:nvSpPr>
        <p:spPr>
          <a:xfrm>
            <a:off x="720000" y="4038000"/>
            <a:ext cx="7704000" cy="5727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dk1"/>
              </a:gs>
            </a:gsLst>
            <a:lin ang="5400700" scaled="0"/>
          </a:gra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spTree>
      <p:nvGrpSpPr>
        <p:cNvPr id="1" name="Shape 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6" name="Google Shape;906;p25"/>
          <p:cNvSpPr/>
          <p:nvPr/>
        </p:nvSpPr>
        <p:spPr>
          <a:xfrm>
            <a:off x="7366750" y="3823724"/>
            <a:ext cx="3172799" cy="3172799"/>
          </a:xfrm>
          <a:custGeom>
            <a:avLst/>
            <a:gdLst/>
            <a:ahLst/>
            <a:cxnLst/>
            <a:rect l="l" t="t" r="r" b="b"/>
            <a:pathLst>
              <a:path w="25874" h="25874" extrusionOk="0">
                <a:moveTo>
                  <a:pt x="12937" y="1"/>
                </a:moveTo>
                <a:cubicBezTo>
                  <a:pt x="9506" y="1"/>
                  <a:pt x="6216" y="1363"/>
                  <a:pt x="3789" y="3789"/>
                </a:cubicBezTo>
                <a:cubicBezTo>
                  <a:pt x="1363" y="6216"/>
                  <a:pt x="1" y="9506"/>
                  <a:pt x="1" y="12937"/>
                </a:cubicBezTo>
                <a:cubicBezTo>
                  <a:pt x="1" y="16368"/>
                  <a:pt x="1363" y="19658"/>
                  <a:pt x="3789" y="22084"/>
                </a:cubicBezTo>
                <a:cubicBezTo>
                  <a:pt x="6216" y="24510"/>
                  <a:pt x="9506" y="25874"/>
                  <a:pt x="12937" y="25874"/>
                </a:cubicBezTo>
                <a:cubicBezTo>
                  <a:pt x="16368" y="25874"/>
                  <a:pt x="19658" y="24510"/>
                  <a:pt x="22084" y="22084"/>
                </a:cubicBezTo>
                <a:cubicBezTo>
                  <a:pt x="24510" y="19658"/>
                  <a:pt x="25874" y="16368"/>
                  <a:pt x="25874" y="12937"/>
                </a:cubicBezTo>
                <a:cubicBezTo>
                  <a:pt x="25874" y="9506"/>
                  <a:pt x="24510" y="6216"/>
                  <a:pt x="22084" y="3789"/>
                </a:cubicBezTo>
                <a:cubicBezTo>
                  <a:pt x="19658" y="1363"/>
                  <a:pt x="16368" y="1"/>
                  <a:pt x="12937" y="1"/>
                </a:cubicBezTo>
                <a:close/>
              </a:path>
            </a:pathLst>
          </a:custGeom>
          <a:solidFill>
            <a:srgbClr val="C4CBF7">
              <a:alpha val="17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7" name="Google Shape;907;p25"/>
          <p:cNvSpPr/>
          <p:nvPr/>
        </p:nvSpPr>
        <p:spPr>
          <a:xfrm>
            <a:off x="-2262536" y="-3003699"/>
            <a:ext cx="4502434" cy="4502554"/>
          </a:xfrm>
          <a:custGeom>
            <a:avLst/>
            <a:gdLst/>
            <a:ahLst/>
            <a:cxnLst/>
            <a:rect l="l" t="t" r="r" b="b"/>
            <a:pathLst>
              <a:path w="37305" h="37306" extrusionOk="0">
                <a:moveTo>
                  <a:pt x="18653" y="0"/>
                </a:moveTo>
                <a:cubicBezTo>
                  <a:pt x="13706" y="0"/>
                  <a:pt x="8962" y="1965"/>
                  <a:pt x="5464" y="5464"/>
                </a:cubicBezTo>
                <a:cubicBezTo>
                  <a:pt x="1966" y="8961"/>
                  <a:pt x="1" y="13706"/>
                  <a:pt x="1" y="18653"/>
                </a:cubicBezTo>
                <a:cubicBezTo>
                  <a:pt x="1" y="23600"/>
                  <a:pt x="1966" y="28343"/>
                  <a:pt x="5464" y="31842"/>
                </a:cubicBezTo>
                <a:cubicBezTo>
                  <a:pt x="8962" y="35339"/>
                  <a:pt x="13706" y="37305"/>
                  <a:pt x="18653" y="37305"/>
                </a:cubicBezTo>
                <a:cubicBezTo>
                  <a:pt x="23600" y="37305"/>
                  <a:pt x="28344" y="35339"/>
                  <a:pt x="31842" y="31842"/>
                </a:cubicBezTo>
                <a:cubicBezTo>
                  <a:pt x="35340" y="28343"/>
                  <a:pt x="37304" y="23600"/>
                  <a:pt x="37304" y="18653"/>
                </a:cubicBezTo>
                <a:cubicBezTo>
                  <a:pt x="37304" y="13706"/>
                  <a:pt x="35340" y="8961"/>
                  <a:pt x="31842" y="5464"/>
                </a:cubicBezTo>
                <a:cubicBezTo>
                  <a:pt x="28344" y="1965"/>
                  <a:pt x="23600" y="0"/>
                  <a:pt x="18653" y="0"/>
                </a:cubicBezTo>
                <a:close/>
              </a:path>
            </a:pathLst>
          </a:custGeom>
          <a:solidFill>
            <a:srgbClr val="C4CBF7">
              <a:alpha val="17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8" name="Google Shape;908;p25"/>
          <p:cNvSpPr/>
          <p:nvPr/>
        </p:nvSpPr>
        <p:spPr>
          <a:xfrm>
            <a:off x="-828157" y="4333756"/>
            <a:ext cx="1633643" cy="1633643"/>
          </a:xfrm>
          <a:custGeom>
            <a:avLst/>
            <a:gdLst/>
            <a:ahLst/>
            <a:cxnLst/>
            <a:rect l="l" t="t" r="r" b="b"/>
            <a:pathLst>
              <a:path w="11371" h="11371" extrusionOk="0">
                <a:moveTo>
                  <a:pt x="5685" y="1"/>
                </a:moveTo>
                <a:cubicBezTo>
                  <a:pt x="4178" y="1"/>
                  <a:pt x="2732" y="600"/>
                  <a:pt x="1666" y="1666"/>
                </a:cubicBezTo>
                <a:cubicBezTo>
                  <a:pt x="599" y="2731"/>
                  <a:pt x="0" y="4177"/>
                  <a:pt x="0" y="5686"/>
                </a:cubicBezTo>
                <a:cubicBezTo>
                  <a:pt x="0" y="7194"/>
                  <a:pt x="599" y="8640"/>
                  <a:pt x="1666" y="9705"/>
                </a:cubicBezTo>
                <a:cubicBezTo>
                  <a:pt x="2732" y="10771"/>
                  <a:pt x="4178" y="11370"/>
                  <a:pt x="5685" y="11370"/>
                </a:cubicBezTo>
                <a:cubicBezTo>
                  <a:pt x="7193" y="11370"/>
                  <a:pt x="8639" y="10771"/>
                  <a:pt x="9706" y="9705"/>
                </a:cubicBezTo>
                <a:cubicBezTo>
                  <a:pt x="10771" y="8640"/>
                  <a:pt x="11370" y="7194"/>
                  <a:pt x="11370" y="5686"/>
                </a:cubicBezTo>
                <a:cubicBezTo>
                  <a:pt x="11370" y="4177"/>
                  <a:pt x="10771" y="2731"/>
                  <a:pt x="9706" y="1666"/>
                </a:cubicBezTo>
                <a:cubicBezTo>
                  <a:pt x="8639" y="600"/>
                  <a:pt x="7193" y="1"/>
                  <a:pt x="5685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9" name="Google Shape;909;p25"/>
          <p:cNvSpPr/>
          <p:nvPr/>
        </p:nvSpPr>
        <p:spPr>
          <a:xfrm>
            <a:off x="8260525" y="-926277"/>
            <a:ext cx="1633643" cy="1633499"/>
          </a:xfrm>
          <a:custGeom>
            <a:avLst/>
            <a:gdLst/>
            <a:ahLst/>
            <a:cxnLst/>
            <a:rect l="l" t="t" r="r" b="b"/>
            <a:pathLst>
              <a:path w="11371" h="11370" extrusionOk="0">
                <a:moveTo>
                  <a:pt x="5685" y="0"/>
                </a:moveTo>
                <a:cubicBezTo>
                  <a:pt x="4178" y="0"/>
                  <a:pt x="2732" y="599"/>
                  <a:pt x="1666" y="1664"/>
                </a:cubicBezTo>
                <a:cubicBezTo>
                  <a:pt x="599" y="2731"/>
                  <a:pt x="1" y="4177"/>
                  <a:pt x="1" y="5685"/>
                </a:cubicBezTo>
                <a:cubicBezTo>
                  <a:pt x="1" y="7192"/>
                  <a:pt x="599" y="8638"/>
                  <a:pt x="1666" y="9704"/>
                </a:cubicBezTo>
                <a:cubicBezTo>
                  <a:pt x="2732" y="10771"/>
                  <a:pt x="4178" y="11370"/>
                  <a:pt x="5685" y="11370"/>
                </a:cubicBezTo>
                <a:cubicBezTo>
                  <a:pt x="7193" y="11370"/>
                  <a:pt x="8639" y="10771"/>
                  <a:pt x="9706" y="9704"/>
                </a:cubicBezTo>
                <a:cubicBezTo>
                  <a:pt x="10772" y="8638"/>
                  <a:pt x="11370" y="7192"/>
                  <a:pt x="11370" y="5685"/>
                </a:cubicBezTo>
                <a:cubicBezTo>
                  <a:pt x="11370" y="4177"/>
                  <a:pt x="10772" y="2731"/>
                  <a:pt x="9706" y="1664"/>
                </a:cubicBezTo>
                <a:cubicBezTo>
                  <a:pt x="8639" y="599"/>
                  <a:pt x="7193" y="0"/>
                  <a:pt x="5685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10" name="Google Shape;910;p25"/>
          <p:cNvGrpSpPr/>
          <p:nvPr/>
        </p:nvGrpSpPr>
        <p:grpSpPr>
          <a:xfrm>
            <a:off x="8732474" y="874266"/>
            <a:ext cx="203866" cy="1019479"/>
            <a:chOff x="8708774" y="3823729"/>
            <a:chExt cx="203866" cy="1019479"/>
          </a:xfrm>
        </p:grpSpPr>
        <p:sp>
          <p:nvSpPr>
            <p:cNvPr id="911" name="Google Shape;911;p25"/>
            <p:cNvSpPr/>
            <p:nvPr/>
          </p:nvSpPr>
          <p:spPr>
            <a:xfrm>
              <a:off x="8857616" y="3823729"/>
              <a:ext cx="55025" cy="55168"/>
            </a:xfrm>
            <a:custGeom>
              <a:avLst/>
              <a:gdLst/>
              <a:ahLst/>
              <a:cxnLst/>
              <a:rect l="l" t="t" r="r" b="b"/>
              <a:pathLst>
                <a:path w="383" h="384" extrusionOk="0">
                  <a:moveTo>
                    <a:pt x="191" y="1"/>
                  </a:moveTo>
                  <a:cubicBezTo>
                    <a:pt x="85" y="1"/>
                    <a:pt x="1" y="86"/>
                    <a:pt x="1" y="192"/>
                  </a:cubicBezTo>
                  <a:cubicBezTo>
                    <a:pt x="1" y="298"/>
                    <a:pt x="85" y="384"/>
                    <a:pt x="191" y="384"/>
                  </a:cubicBezTo>
                  <a:cubicBezTo>
                    <a:pt x="297" y="384"/>
                    <a:pt x="383" y="298"/>
                    <a:pt x="383" y="192"/>
                  </a:cubicBezTo>
                  <a:cubicBezTo>
                    <a:pt x="383" y="86"/>
                    <a:pt x="297" y="1"/>
                    <a:pt x="1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" name="Google Shape;912;p25"/>
            <p:cNvSpPr/>
            <p:nvPr/>
          </p:nvSpPr>
          <p:spPr>
            <a:xfrm>
              <a:off x="8857616" y="4037940"/>
              <a:ext cx="55025" cy="55168"/>
            </a:xfrm>
            <a:custGeom>
              <a:avLst/>
              <a:gdLst/>
              <a:ahLst/>
              <a:cxnLst/>
              <a:rect l="l" t="t" r="r" b="b"/>
              <a:pathLst>
                <a:path w="383" h="384" extrusionOk="0">
                  <a:moveTo>
                    <a:pt x="191" y="1"/>
                  </a:moveTo>
                  <a:cubicBezTo>
                    <a:pt x="85" y="1"/>
                    <a:pt x="1" y="86"/>
                    <a:pt x="1" y="192"/>
                  </a:cubicBezTo>
                  <a:cubicBezTo>
                    <a:pt x="1" y="297"/>
                    <a:pt x="85" y="384"/>
                    <a:pt x="191" y="384"/>
                  </a:cubicBezTo>
                  <a:cubicBezTo>
                    <a:pt x="297" y="384"/>
                    <a:pt x="383" y="298"/>
                    <a:pt x="383" y="192"/>
                  </a:cubicBezTo>
                  <a:cubicBezTo>
                    <a:pt x="383" y="86"/>
                    <a:pt x="297" y="1"/>
                    <a:pt x="1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" name="Google Shape;913;p25"/>
            <p:cNvSpPr/>
            <p:nvPr/>
          </p:nvSpPr>
          <p:spPr>
            <a:xfrm>
              <a:off x="8857616" y="4252152"/>
              <a:ext cx="55025" cy="55025"/>
            </a:xfrm>
            <a:custGeom>
              <a:avLst/>
              <a:gdLst/>
              <a:ahLst/>
              <a:cxnLst/>
              <a:rect l="l" t="t" r="r" b="b"/>
              <a:pathLst>
                <a:path w="383" h="383" extrusionOk="0">
                  <a:moveTo>
                    <a:pt x="191" y="1"/>
                  </a:moveTo>
                  <a:cubicBezTo>
                    <a:pt x="85" y="1"/>
                    <a:pt x="1" y="86"/>
                    <a:pt x="1" y="192"/>
                  </a:cubicBezTo>
                  <a:cubicBezTo>
                    <a:pt x="1" y="297"/>
                    <a:pt x="85" y="383"/>
                    <a:pt x="191" y="383"/>
                  </a:cubicBezTo>
                  <a:cubicBezTo>
                    <a:pt x="297" y="383"/>
                    <a:pt x="383" y="297"/>
                    <a:pt x="383" y="192"/>
                  </a:cubicBezTo>
                  <a:cubicBezTo>
                    <a:pt x="383" y="86"/>
                    <a:pt x="297" y="1"/>
                    <a:pt x="1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" name="Google Shape;914;p25"/>
            <p:cNvSpPr/>
            <p:nvPr/>
          </p:nvSpPr>
          <p:spPr>
            <a:xfrm>
              <a:off x="8857616" y="4466507"/>
              <a:ext cx="55025" cy="55025"/>
            </a:xfrm>
            <a:custGeom>
              <a:avLst/>
              <a:gdLst/>
              <a:ahLst/>
              <a:cxnLst/>
              <a:rect l="l" t="t" r="r" b="b"/>
              <a:pathLst>
                <a:path w="383" h="383" extrusionOk="0">
                  <a:moveTo>
                    <a:pt x="191" y="1"/>
                  </a:moveTo>
                  <a:cubicBezTo>
                    <a:pt x="85" y="1"/>
                    <a:pt x="1" y="86"/>
                    <a:pt x="1" y="192"/>
                  </a:cubicBezTo>
                  <a:cubicBezTo>
                    <a:pt x="1" y="297"/>
                    <a:pt x="85" y="383"/>
                    <a:pt x="191" y="383"/>
                  </a:cubicBezTo>
                  <a:cubicBezTo>
                    <a:pt x="297" y="383"/>
                    <a:pt x="383" y="297"/>
                    <a:pt x="383" y="192"/>
                  </a:cubicBezTo>
                  <a:cubicBezTo>
                    <a:pt x="383" y="86"/>
                    <a:pt x="297" y="1"/>
                    <a:pt x="1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" name="Google Shape;915;p25"/>
            <p:cNvSpPr/>
            <p:nvPr/>
          </p:nvSpPr>
          <p:spPr>
            <a:xfrm>
              <a:off x="8857616" y="4680718"/>
              <a:ext cx="55025" cy="55025"/>
            </a:xfrm>
            <a:custGeom>
              <a:avLst/>
              <a:gdLst/>
              <a:ahLst/>
              <a:cxnLst/>
              <a:rect l="l" t="t" r="r" b="b"/>
              <a:pathLst>
                <a:path w="383" h="383" extrusionOk="0">
                  <a:moveTo>
                    <a:pt x="191" y="1"/>
                  </a:moveTo>
                  <a:cubicBezTo>
                    <a:pt x="85" y="1"/>
                    <a:pt x="1" y="86"/>
                    <a:pt x="1" y="191"/>
                  </a:cubicBezTo>
                  <a:cubicBezTo>
                    <a:pt x="1" y="297"/>
                    <a:pt x="85" y="383"/>
                    <a:pt x="191" y="383"/>
                  </a:cubicBezTo>
                  <a:cubicBezTo>
                    <a:pt x="297" y="383"/>
                    <a:pt x="383" y="297"/>
                    <a:pt x="383" y="191"/>
                  </a:cubicBezTo>
                  <a:cubicBezTo>
                    <a:pt x="383" y="86"/>
                    <a:pt x="297" y="1"/>
                    <a:pt x="1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" name="Google Shape;916;p25"/>
            <p:cNvSpPr/>
            <p:nvPr/>
          </p:nvSpPr>
          <p:spPr>
            <a:xfrm>
              <a:off x="8708774" y="3931194"/>
              <a:ext cx="55025" cy="55168"/>
            </a:xfrm>
            <a:custGeom>
              <a:avLst/>
              <a:gdLst/>
              <a:ahLst/>
              <a:cxnLst/>
              <a:rect l="l" t="t" r="r" b="b"/>
              <a:pathLst>
                <a:path w="383" h="384" extrusionOk="0">
                  <a:moveTo>
                    <a:pt x="192" y="0"/>
                  </a:moveTo>
                  <a:cubicBezTo>
                    <a:pt x="86" y="0"/>
                    <a:pt x="0" y="86"/>
                    <a:pt x="0" y="192"/>
                  </a:cubicBezTo>
                  <a:cubicBezTo>
                    <a:pt x="0" y="297"/>
                    <a:pt x="86" y="383"/>
                    <a:pt x="192" y="383"/>
                  </a:cubicBezTo>
                  <a:cubicBezTo>
                    <a:pt x="297" y="383"/>
                    <a:pt x="382" y="298"/>
                    <a:pt x="382" y="192"/>
                  </a:cubicBezTo>
                  <a:cubicBezTo>
                    <a:pt x="382" y="86"/>
                    <a:pt x="297" y="0"/>
                    <a:pt x="19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" name="Google Shape;917;p25"/>
            <p:cNvSpPr/>
            <p:nvPr/>
          </p:nvSpPr>
          <p:spPr>
            <a:xfrm>
              <a:off x="8708774" y="4145405"/>
              <a:ext cx="55025" cy="55025"/>
            </a:xfrm>
            <a:custGeom>
              <a:avLst/>
              <a:gdLst/>
              <a:ahLst/>
              <a:cxnLst/>
              <a:rect l="l" t="t" r="r" b="b"/>
              <a:pathLst>
                <a:path w="383" h="383" extrusionOk="0">
                  <a:moveTo>
                    <a:pt x="192" y="0"/>
                  </a:moveTo>
                  <a:cubicBezTo>
                    <a:pt x="86" y="0"/>
                    <a:pt x="0" y="86"/>
                    <a:pt x="0" y="191"/>
                  </a:cubicBezTo>
                  <a:cubicBezTo>
                    <a:pt x="0" y="297"/>
                    <a:pt x="86" y="382"/>
                    <a:pt x="192" y="382"/>
                  </a:cubicBezTo>
                  <a:cubicBezTo>
                    <a:pt x="297" y="382"/>
                    <a:pt x="382" y="297"/>
                    <a:pt x="382" y="191"/>
                  </a:cubicBezTo>
                  <a:cubicBezTo>
                    <a:pt x="382" y="86"/>
                    <a:pt x="297" y="0"/>
                    <a:pt x="19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" name="Google Shape;918;p25"/>
            <p:cNvSpPr/>
            <p:nvPr/>
          </p:nvSpPr>
          <p:spPr>
            <a:xfrm>
              <a:off x="8708774" y="4359760"/>
              <a:ext cx="55025" cy="55025"/>
            </a:xfrm>
            <a:custGeom>
              <a:avLst/>
              <a:gdLst/>
              <a:ahLst/>
              <a:cxnLst/>
              <a:rect l="l" t="t" r="r" b="b"/>
              <a:pathLst>
                <a:path w="383" h="383" extrusionOk="0">
                  <a:moveTo>
                    <a:pt x="192" y="0"/>
                  </a:moveTo>
                  <a:cubicBezTo>
                    <a:pt x="86" y="0"/>
                    <a:pt x="0" y="86"/>
                    <a:pt x="0" y="192"/>
                  </a:cubicBezTo>
                  <a:cubicBezTo>
                    <a:pt x="0" y="297"/>
                    <a:pt x="86" y="382"/>
                    <a:pt x="192" y="382"/>
                  </a:cubicBezTo>
                  <a:cubicBezTo>
                    <a:pt x="297" y="382"/>
                    <a:pt x="382" y="297"/>
                    <a:pt x="382" y="192"/>
                  </a:cubicBezTo>
                  <a:cubicBezTo>
                    <a:pt x="382" y="86"/>
                    <a:pt x="297" y="0"/>
                    <a:pt x="19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" name="Google Shape;919;p25"/>
            <p:cNvSpPr/>
            <p:nvPr/>
          </p:nvSpPr>
          <p:spPr>
            <a:xfrm>
              <a:off x="8708774" y="4573972"/>
              <a:ext cx="55025" cy="55025"/>
            </a:xfrm>
            <a:custGeom>
              <a:avLst/>
              <a:gdLst/>
              <a:ahLst/>
              <a:cxnLst/>
              <a:rect l="l" t="t" r="r" b="b"/>
              <a:pathLst>
                <a:path w="383" h="383" extrusionOk="0">
                  <a:moveTo>
                    <a:pt x="192" y="0"/>
                  </a:moveTo>
                  <a:cubicBezTo>
                    <a:pt x="86" y="0"/>
                    <a:pt x="0" y="86"/>
                    <a:pt x="0" y="191"/>
                  </a:cubicBezTo>
                  <a:cubicBezTo>
                    <a:pt x="0" y="297"/>
                    <a:pt x="86" y="382"/>
                    <a:pt x="192" y="382"/>
                  </a:cubicBezTo>
                  <a:cubicBezTo>
                    <a:pt x="297" y="382"/>
                    <a:pt x="382" y="297"/>
                    <a:pt x="382" y="191"/>
                  </a:cubicBezTo>
                  <a:cubicBezTo>
                    <a:pt x="382" y="86"/>
                    <a:pt x="297" y="0"/>
                    <a:pt x="19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" name="Google Shape;920;p25"/>
            <p:cNvSpPr/>
            <p:nvPr/>
          </p:nvSpPr>
          <p:spPr>
            <a:xfrm>
              <a:off x="8708774" y="4788039"/>
              <a:ext cx="55025" cy="55168"/>
            </a:xfrm>
            <a:custGeom>
              <a:avLst/>
              <a:gdLst/>
              <a:ahLst/>
              <a:cxnLst/>
              <a:rect l="l" t="t" r="r" b="b"/>
              <a:pathLst>
                <a:path w="383" h="384" extrusionOk="0">
                  <a:moveTo>
                    <a:pt x="192" y="0"/>
                  </a:moveTo>
                  <a:cubicBezTo>
                    <a:pt x="86" y="0"/>
                    <a:pt x="0" y="86"/>
                    <a:pt x="0" y="192"/>
                  </a:cubicBezTo>
                  <a:cubicBezTo>
                    <a:pt x="0" y="298"/>
                    <a:pt x="86" y="383"/>
                    <a:pt x="192" y="383"/>
                  </a:cubicBezTo>
                  <a:cubicBezTo>
                    <a:pt x="297" y="383"/>
                    <a:pt x="382" y="298"/>
                    <a:pt x="382" y="192"/>
                  </a:cubicBezTo>
                  <a:cubicBezTo>
                    <a:pt x="382" y="86"/>
                    <a:pt x="297" y="0"/>
                    <a:pt x="19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21" name="Google Shape;921;p25"/>
          <p:cNvSpPr/>
          <p:nvPr/>
        </p:nvSpPr>
        <p:spPr>
          <a:xfrm>
            <a:off x="7285838" y="4804808"/>
            <a:ext cx="263774" cy="263774"/>
          </a:xfrm>
          <a:custGeom>
            <a:avLst/>
            <a:gdLst/>
            <a:ahLst/>
            <a:cxnLst/>
            <a:rect l="l" t="t" r="r" b="b"/>
            <a:pathLst>
              <a:path w="1836" h="1836" extrusionOk="0">
                <a:moveTo>
                  <a:pt x="732" y="0"/>
                </a:moveTo>
                <a:cubicBezTo>
                  <a:pt x="660" y="0"/>
                  <a:pt x="605" y="58"/>
                  <a:pt x="605" y="127"/>
                </a:cubicBezTo>
                <a:lnTo>
                  <a:pt x="605" y="604"/>
                </a:lnTo>
                <a:lnTo>
                  <a:pt x="128" y="604"/>
                </a:lnTo>
                <a:cubicBezTo>
                  <a:pt x="58" y="604"/>
                  <a:pt x="2" y="662"/>
                  <a:pt x="1" y="732"/>
                </a:cubicBezTo>
                <a:lnTo>
                  <a:pt x="1" y="1104"/>
                </a:lnTo>
                <a:cubicBezTo>
                  <a:pt x="1" y="1174"/>
                  <a:pt x="58" y="1231"/>
                  <a:pt x="128" y="1231"/>
                </a:cubicBezTo>
                <a:lnTo>
                  <a:pt x="605" y="1231"/>
                </a:lnTo>
                <a:lnTo>
                  <a:pt x="605" y="1708"/>
                </a:lnTo>
                <a:cubicBezTo>
                  <a:pt x="605" y="1779"/>
                  <a:pt x="663" y="1835"/>
                  <a:pt x="732" y="1835"/>
                </a:cubicBezTo>
                <a:lnTo>
                  <a:pt x="1104" y="1835"/>
                </a:lnTo>
                <a:cubicBezTo>
                  <a:pt x="1176" y="1835"/>
                  <a:pt x="1232" y="1778"/>
                  <a:pt x="1232" y="1708"/>
                </a:cubicBezTo>
                <a:lnTo>
                  <a:pt x="1232" y="1231"/>
                </a:lnTo>
                <a:lnTo>
                  <a:pt x="1709" y="1231"/>
                </a:lnTo>
                <a:cubicBezTo>
                  <a:pt x="1779" y="1231"/>
                  <a:pt x="1836" y="1173"/>
                  <a:pt x="1836" y="1104"/>
                </a:cubicBezTo>
                <a:lnTo>
                  <a:pt x="1836" y="732"/>
                </a:lnTo>
                <a:cubicBezTo>
                  <a:pt x="1836" y="660"/>
                  <a:pt x="1778" y="604"/>
                  <a:pt x="1709" y="604"/>
                </a:cubicBezTo>
                <a:lnTo>
                  <a:pt x="1232" y="604"/>
                </a:lnTo>
                <a:lnTo>
                  <a:pt x="1232" y="127"/>
                </a:lnTo>
                <a:cubicBezTo>
                  <a:pt x="1232" y="56"/>
                  <a:pt x="1174" y="0"/>
                  <a:pt x="110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22" name="Google Shape;922;p25"/>
          <p:cNvGrpSpPr/>
          <p:nvPr/>
        </p:nvGrpSpPr>
        <p:grpSpPr>
          <a:xfrm>
            <a:off x="191890" y="3163061"/>
            <a:ext cx="203866" cy="1019192"/>
            <a:chOff x="214740" y="1229486"/>
            <a:chExt cx="203866" cy="1019192"/>
          </a:xfrm>
        </p:grpSpPr>
        <p:sp>
          <p:nvSpPr>
            <p:cNvPr id="923" name="Google Shape;923;p25"/>
            <p:cNvSpPr/>
            <p:nvPr/>
          </p:nvSpPr>
          <p:spPr>
            <a:xfrm>
              <a:off x="363582" y="1229486"/>
              <a:ext cx="55025" cy="55025"/>
            </a:xfrm>
            <a:custGeom>
              <a:avLst/>
              <a:gdLst/>
              <a:ahLst/>
              <a:cxnLst/>
              <a:rect l="l" t="t" r="r" b="b"/>
              <a:pathLst>
                <a:path w="383" h="383" extrusionOk="0">
                  <a:moveTo>
                    <a:pt x="191" y="0"/>
                  </a:moveTo>
                  <a:cubicBezTo>
                    <a:pt x="86" y="0"/>
                    <a:pt x="0" y="86"/>
                    <a:pt x="0" y="191"/>
                  </a:cubicBezTo>
                  <a:cubicBezTo>
                    <a:pt x="0" y="296"/>
                    <a:pt x="86" y="382"/>
                    <a:pt x="191" y="382"/>
                  </a:cubicBezTo>
                  <a:cubicBezTo>
                    <a:pt x="297" y="382"/>
                    <a:pt x="383" y="296"/>
                    <a:pt x="383" y="191"/>
                  </a:cubicBezTo>
                  <a:cubicBezTo>
                    <a:pt x="383" y="86"/>
                    <a:pt x="297" y="0"/>
                    <a:pt x="19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" name="Google Shape;924;p25"/>
            <p:cNvSpPr/>
            <p:nvPr/>
          </p:nvSpPr>
          <p:spPr>
            <a:xfrm>
              <a:off x="363582" y="1443554"/>
              <a:ext cx="55025" cy="55168"/>
            </a:xfrm>
            <a:custGeom>
              <a:avLst/>
              <a:gdLst/>
              <a:ahLst/>
              <a:cxnLst/>
              <a:rect l="l" t="t" r="r" b="b"/>
              <a:pathLst>
                <a:path w="383" h="384" extrusionOk="0">
                  <a:moveTo>
                    <a:pt x="191" y="0"/>
                  </a:moveTo>
                  <a:cubicBezTo>
                    <a:pt x="86" y="0"/>
                    <a:pt x="0" y="88"/>
                    <a:pt x="0" y="192"/>
                  </a:cubicBezTo>
                  <a:cubicBezTo>
                    <a:pt x="0" y="297"/>
                    <a:pt x="86" y="383"/>
                    <a:pt x="191" y="383"/>
                  </a:cubicBezTo>
                  <a:cubicBezTo>
                    <a:pt x="297" y="383"/>
                    <a:pt x="383" y="297"/>
                    <a:pt x="383" y="192"/>
                  </a:cubicBezTo>
                  <a:cubicBezTo>
                    <a:pt x="383" y="86"/>
                    <a:pt x="297" y="0"/>
                    <a:pt x="19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" name="Google Shape;925;p25"/>
            <p:cNvSpPr/>
            <p:nvPr/>
          </p:nvSpPr>
          <p:spPr>
            <a:xfrm>
              <a:off x="363582" y="1657909"/>
              <a:ext cx="55025" cy="55168"/>
            </a:xfrm>
            <a:custGeom>
              <a:avLst/>
              <a:gdLst/>
              <a:ahLst/>
              <a:cxnLst/>
              <a:rect l="l" t="t" r="r" b="b"/>
              <a:pathLst>
                <a:path w="383" h="384" extrusionOk="0">
                  <a:moveTo>
                    <a:pt x="191" y="0"/>
                  </a:moveTo>
                  <a:cubicBezTo>
                    <a:pt x="86" y="0"/>
                    <a:pt x="0" y="86"/>
                    <a:pt x="0" y="192"/>
                  </a:cubicBezTo>
                  <a:cubicBezTo>
                    <a:pt x="0" y="298"/>
                    <a:pt x="86" y="383"/>
                    <a:pt x="191" y="383"/>
                  </a:cubicBezTo>
                  <a:cubicBezTo>
                    <a:pt x="297" y="383"/>
                    <a:pt x="383" y="298"/>
                    <a:pt x="383" y="192"/>
                  </a:cubicBezTo>
                  <a:cubicBezTo>
                    <a:pt x="383" y="86"/>
                    <a:pt x="297" y="0"/>
                    <a:pt x="19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" name="Google Shape;926;p25"/>
            <p:cNvSpPr/>
            <p:nvPr/>
          </p:nvSpPr>
          <p:spPr>
            <a:xfrm>
              <a:off x="363582" y="1872120"/>
              <a:ext cx="55025" cy="55168"/>
            </a:xfrm>
            <a:custGeom>
              <a:avLst/>
              <a:gdLst/>
              <a:ahLst/>
              <a:cxnLst/>
              <a:rect l="l" t="t" r="r" b="b"/>
              <a:pathLst>
                <a:path w="383" h="384" extrusionOk="0">
                  <a:moveTo>
                    <a:pt x="191" y="0"/>
                  </a:moveTo>
                  <a:cubicBezTo>
                    <a:pt x="86" y="0"/>
                    <a:pt x="0" y="86"/>
                    <a:pt x="0" y="192"/>
                  </a:cubicBezTo>
                  <a:cubicBezTo>
                    <a:pt x="0" y="297"/>
                    <a:pt x="86" y="383"/>
                    <a:pt x="191" y="383"/>
                  </a:cubicBezTo>
                  <a:cubicBezTo>
                    <a:pt x="297" y="383"/>
                    <a:pt x="383" y="297"/>
                    <a:pt x="383" y="192"/>
                  </a:cubicBezTo>
                  <a:cubicBezTo>
                    <a:pt x="383" y="86"/>
                    <a:pt x="297" y="0"/>
                    <a:pt x="19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" name="Google Shape;927;p25"/>
            <p:cNvSpPr/>
            <p:nvPr/>
          </p:nvSpPr>
          <p:spPr>
            <a:xfrm>
              <a:off x="363582" y="2086332"/>
              <a:ext cx="55025" cy="54881"/>
            </a:xfrm>
            <a:custGeom>
              <a:avLst/>
              <a:gdLst/>
              <a:ahLst/>
              <a:cxnLst/>
              <a:rect l="l" t="t" r="r" b="b"/>
              <a:pathLst>
                <a:path w="383" h="382" extrusionOk="0">
                  <a:moveTo>
                    <a:pt x="191" y="0"/>
                  </a:moveTo>
                  <a:cubicBezTo>
                    <a:pt x="86" y="0"/>
                    <a:pt x="0" y="86"/>
                    <a:pt x="0" y="192"/>
                  </a:cubicBezTo>
                  <a:cubicBezTo>
                    <a:pt x="0" y="296"/>
                    <a:pt x="86" y="382"/>
                    <a:pt x="191" y="382"/>
                  </a:cubicBezTo>
                  <a:cubicBezTo>
                    <a:pt x="297" y="382"/>
                    <a:pt x="383" y="296"/>
                    <a:pt x="383" y="192"/>
                  </a:cubicBezTo>
                  <a:cubicBezTo>
                    <a:pt x="383" y="86"/>
                    <a:pt x="297" y="0"/>
                    <a:pt x="19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" name="Google Shape;928;p25"/>
            <p:cNvSpPr/>
            <p:nvPr/>
          </p:nvSpPr>
          <p:spPr>
            <a:xfrm>
              <a:off x="214740" y="1336664"/>
              <a:ext cx="55025" cy="55168"/>
            </a:xfrm>
            <a:custGeom>
              <a:avLst/>
              <a:gdLst/>
              <a:ahLst/>
              <a:cxnLst/>
              <a:rect l="l" t="t" r="r" b="b"/>
              <a:pathLst>
                <a:path w="383" h="384" extrusionOk="0">
                  <a:moveTo>
                    <a:pt x="191" y="1"/>
                  </a:moveTo>
                  <a:cubicBezTo>
                    <a:pt x="86" y="1"/>
                    <a:pt x="1" y="88"/>
                    <a:pt x="1" y="192"/>
                  </a:cubicBezTo>
                  <a:cubicBezTo>
                    <a:pt x="1" y="298"/>
                    <a:pt x="86" y="384"/>
                    <a:pt x="191" y="384"/>
                  </a:cubicBezTo>
                  <a:cubicBezTo>
                    <a:pt x="297" y="384"/>
                    <a:pt x="383" y="298"/>
                    <a:pt x="383" y="192"/>
                  </a:cubicBezTo>
                  <a:cubicBezTo>
                    <a:pt x="383" y="86"/>
                    <a:pt x="297" y="1"/>
                    <a:pt x="1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" name="Google Shape;929;p25"/>
            <p:cNvSpPr/>
            <p:nvPr/>
          </p:nvSpPr>
          <p:spPr>
            <a:xfrm>
              <a:off x="214740" y="1551019"/>
              <a:ext cx="55025" cy="55168"/>
            </a:xfrm>
            <a:custGeom>
              <a:avLst/>
              <a:gdLst/>
              <a:ahLst/>
              <a:cxnLst/>
              <a:rect l="l" t="t" r="r" b="b"/>
              <a:pathLst>
                <a:path w="383" h="384" extrusionOk="0">
                  <a:moveTo>
                    <a:pt x="191" y="1"/>
                  </a:moveTo>
                  <a:cubicBezTo>
                    <a:pt x="86" y="1"/>
                    <a:pt x="1" y="86"/>
                    <a:pt x="1" y="192"/>
                  </a:cubicBezTo>
                  <a:cubicBezTo>
                    <a:pt x="1" y="298"/>
                    <a:pt x="86" y="384"/>
                    <a:pt x="191" y="384"/>
                  </a:cubicBezTo>
                  <a:cubicBezTo>
                    <a:pt x="297" y="384"/>
                    <a:pt x="383" y="298"/>
                    <a:pt x="383" y="192"/>
                  </a:cubicBezTo>
                  <a:cubicBezTo>
                    <a:pt x="383" y="86"/>
                    <a:pt x="297" y="1"/>
                    <a:pt x="1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" name="Google Shape;930;p25"/>
            <p:cNvSpPr/>
            <p:nvPr/>
          </p:nvSpPr>
          <p:spPr>
            <a:xfrm>
              <a:off x="214740" y="1765230"/>
              <a:ext cx="55025" cy="55168"/>
            </a:xfrm>
            <a:custGeom>
              <a:avLst/>
              <a:gdLst/>
              <a:ahLst/>
              <a:cxnLst/>
              <a:rect l="l" t="t" r="r" b="b"/>
              <a:pathLst>
                <a:path w="383" h="384" extrusionOk="0">
                  <a:moveTo>
                    <a:pt x="191" y="1"/>
                  </a:moveTo>
                  <a:cubicBezTo>
                    <a:pt x="86" y="1"/>
                    <a:pt x="1" y="86"/>
                    <a:pt x="1" y="192"/>
                  </a:cubicBezTo>
                  <a:cubicBezTo>
                    <a:pt x="1" y="298"/>
                    <a:pt x="86" y="384"/>
                    <a:pt x="191" y="384"/>
                  </a:cubicBezTo>
                  <a:cubicBezTo>
                    <a:pt x="297" y="384"/>
                    <a:pt x="383" y="298"/>
                    <a:pt x="383" y="192"/>
                  </a:cubicBezTo>
                  <a:cubicBezTo>
                    <a:pt x="383" y="86"/>
                    <a:pt x="297" y="1"/>
                    <a:pt x="1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" name="Google Shape;931;p25"/>
            <p:cNvSpPr/>
            <p:nvPr/>
          </p:nvSpPr>
          <p:spPr>
            <a:xfrm>
              <a:off x="214740" y="1979442"/>
              <a:ext cx="55025" cy="55025"/>
            </a:xfrm>
            <a:custGeom>
              <a:avLst/>
              <a:gdLst/>
              <a:ahLst/>
              <a:cxnLst/>
              <a:rect l="l" t="t" r="r" b="b"/>
              <a:pathLst>
                <a:path w="383" h="383" extrusionOk="0">
                  <a:moveTo>
                    <a:pt x="191" y="1"/>
                  </a:moveTo>
                  <a:cubicBezTo>
                    <a:pt x="86" y="1"/>
                    <a:pt x="1" y="86"/>
                    <a:pt x="1" y="192"/>
                  </a:cubicBezTo>
                  <a:cubicBezTo>
                    <a:pt x="1" y="297"/>
                    <a:pt x="86" y="383"/>
                    <a:pt x="191" y="383"/>
                  </a:cubicBezTo>
                  <a:cubicBezTo>
                    <a:pt x="297" y="383"/>
                    <a:pt x="383" y="297"/>
                    <a:pt x="383" y="192"/>
                  </a:cubicBezTo>
                  <a:cubicBezTo>
                    <a:pt x="383" y="86"/>
                    <a:pt x="297" y="1"/>
                    <a:pt x="1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" name="Google Shape;932;p25"/>
            <p:cNvSpPr/>
            <p:nvPr/>
          </p:nvSpPr>
          <p:spPr>
            <a:xfrm>
              <a:off x="214740" y="2193653"/>
              <a:ext cx="55025" cy="55025"/>
            </a:xfrm>
            <a:custGeom>
              <a:avLst/>
              <a:gdLst/>
              <a:ahLst/>
              <a:cxnLst/>
              <a:rect l="l" t="t" r="r" b="b"/>
              <a:pathLst>
                <a:path w="383" h="383" extrusionOk="0">
                  <a:moveTo>
                    <a:pt x="191" y="1"/>
                  </a:moveTo>
                  <a:cubicBezTo>
                    <a:pt x="86" y="1"/>
                    <a:pt x="1" y="86"/>
                    <a:pt x="1" y="191"/>
                  </a:cubicBezTo>
                  <a:cubicBezTo>
                    <a:pt x="1" y="297"/>
                    <a:pt x="86" y="383"/>
                    <a:pt x="191" y="383"/>
                  </a:cubicBezTo>
                  <a:cubicBezTo>
                    <a:pt x="297" y="383"/>
                    <a:pt x="383" y="297"/>
                    <a:pt x="383" y="191"/>
                  </a:cubicBezTo>
                  <a:cubicBezTo>
                    <a:pt x="383" y="86"/>
                    <a:pt x="297" y="1"/>
                    <a:pt x="1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33" name="Google Shape;933;p25"/>
          <p:cNvGrpSpPr/>
          <p:nvPr/>
        </p:nvGrpSpPr>
        <p:grpSpPr>
          <a:xfrm>
            <a:off x="-437287" y="312652"/>
            <a:ext cx="933120" cy="837438"/>
            <a:chOff x="-361087" y="3312839"/>
            <a:chExt cx="933120" cy="837438"/>
          </a:xfrm>
        </p:grpSpPr>
        <p:sp>
          <p:nvSpPr>
            <p:cNvPr id="934" name="Google Shape;934;p25"/>
            <p:cNvSpPr/>
            <p:nvPr/>
          </p:nvSpPr>
          <p:spPr>
            <a:xfrm>
              <a:off x="-361087" y="3312839"/>
              <a:ext cx="933120" cy="837438"/>
            </a:xfrm>
            <a:custGeom>
              <a:avLst/>
              <a:gdLst/>
              <a:ahLst/>
              <a:cxnLst/>
              <a:rect l="l" t="t" r="r" b="b"/>
              <a:pathLst>
                <a:path w="6495" h="5829" extrusionOk="0">
                  <a:moveTo>
                    <a:pt x="3781" y="5817"/>
                  </a:moveTo>
                  <a:cubicBezTo>
                    <a:pt x="3801" y="5825"/>
                    <a:pt x="3823" y="5829"/>
                    <a:pt x="3844" y="5824"/>
                  </a:cubicBezTo>
                  <a:lnTo>
                    <a:pt x="3844" y="5824"/>
                  </a:lnTo>
                  <a:cubicBezTo>
                    <a:pt x="3865" y="5821"/>
                    <a:pt x="3886" y="5813"/>
                    <a:pt x="3902" y="5798"/>
                  </a:cubicBezTo>
                  <a:cubicBezTo>
                    <a:pt x="5105" y="4723"/>
                    <a:pt x="5888" y="3711"/>
                    <a:pt x="6231" y="2787"/>
                  </a:cubicBezTo>
                  <a:cubicBezTo>
                    <a:pt x="6494" y="2078"/>
                    <a:pt x="6392" y="1680"/>
                    <a:pt x="6380" y="1639"/>
                  </a:cubicBezTo>
                  <a:cubicBezTo>
                    <a:pt x="6226" y="668"/>
                    <a:pt x="5310" y="0"/>
                    <a:pt x="4340" y="153"/>
                  </a:cubicBezTo>
                  <a:cubicBezTo>
                    <a:pt x="3835" y="233"/>
                    <a:pt x="3383" y="549"/>
                    <a:pt x="3095" y="1024"/>
                  </a:cubicBezTo>
                  <a:lnTo>
                    <a:pt x="3094" y="1025"/>
                  </a:lnTo>
                  <a:lnTo>
                    <a:pt x="3094" y="1025"/>
                  </a:lnTo>
                  <a:cubicBezTo>
                    <a:pt x="3092" y="1025"/>
                    <a:pt x="3092" y="1025"/>
                    <a:pt x="3091" y="1024"/>
                  </a:cubicBezTo>
                  <a:cubicBezTo>
                    <a:pt x="2673" y="658"/>
                    <a:pt x="2144" y="496"/>
                    <a:pt x="1641" y="575"/>
                  </a:cubicBezTo>
                  <a:cubicBezTo>
                    <a:pt x="668" y="727"/>
                    <a:pt x="1" y="1640"/>
                    <a:pt x="151" y="2610"/>
                  </a:cubicBezTo>
                  <a:cubicBezTo>
                    <a:pt x="153" y="2655"/>
                    <a:pt x="175" y="3065"/>
                    <a:pt x="643" y="3661"/>
                  </a:cubicBezTo>
                  <a:cubicBezTo>
                    <a:pt x="1250" y="4437"/>
                    <a:pt x="2306" y="5161"/>
                    <a:pt x="3781" y="5817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Google Shape;935;p25"/>
            <p:cNvSpPr/>
            <p:nvPr/>
          </p:nvSpPr>
          <p:spPr>
            <a:xfrm>
              <a:off x="-56364" y="3571876"/>
              <a:ext cx="373392" cy="369800"/>
            </a:xfrm>
            <a:custGeom>
              <a:avLst/>
              <a:gdLst/>
              <a:ahLst/>
              <a:cxnLst/>
              <a:rect l="l" t="t" r="r" b="b"/>
              <a:pathLst>
                <a:path w="2599" h="2574" extrusionOk="0">
                  <a:moveTo>
                    <a:pt x="1380" y="1"/>
                  </a:moveTo>
                  <a:cubicBezTo>
                    <a:pt x="1371" y="1"/>
                    <a:pt x="1362" y="1"/>
                    <a:pt x="1353" y="3"/>
                  </a:cubicBezTo>
                  <a:lnTo>
                    <a:pt x="847" y="84"/>
                  </a:lnTo>
                  <a:cubicBezTo>
                    <a:pt x="752" y="99"/>
                    <a:pt x="688" y="189"/>
                    <a:pt x="703" y="283"/>
                  </a:cubicBezTo>
                  <a:lnTo>
                    <a:pt x="807" y="930"/>
                  </a:lnTo>
                  <a:lnTo>
                    <a:pt x="160" y="1035"/>
                  </a:lnTo>
                  <a:cubicBezTo>
                    <a:pt x="65" y="1050"/>
                    <a:pt x="1" y="1139"/>
                    <a:pt x="16" y="1234"/>
                  </a:cubicBezTo>
                  <a:lnTo>
                    <a:pt x="97" y="1740"/>
                  </a:lnTo>
                  <a:cubicBezTo>
                    <a:pt x="110" y="1825"/>
                    <a:pt x="185" y="1886"/>
                    <a:pt x="270" y="1886"/>
                  </a:cubicBezTo>
                  <a:cubicBezTo>
                    <a:pt x="279" y="1886"/>
                    <a:pt x="287" y="1886"/>
                    <a:pt x="296" y="1884"/>
                  </a:cubicBezTo>
                  <a:lnTo>
                    <a:pt x="943" y="1779"/>
                  </a:lnTo>
                  <a:lnTo>
                    <a:pt x="1048" y="2427"/>
                  </a:lnTo>
                  <a:cubicBezTo>
                    <a:pt x="1061" y="2512"/>
                    <a:pt x="1135" y="2573"/>
                    <a:pt x="1219" y="2573"/>
                  </a:cubicBezTo>
                  <a:cubicBezTo>
                    <a:pt x="1229" y="2573"/>
                    <a:pt x="1238" y="2572"/>
                    <a:pt x="1247" y="2571"/>
                  </a:cubicBezTo>
                  <a:lnTo>
                    <a:pt x="1752" y="2490"/>
                  </a:lnTo>
                  <a:cubicBezTo>
                    <a:pt x="1847" y="2475"/>
                    <a:pt x="1911" y="2385"/>
                    <a:pt x="1896" y="2291"/>
                  </a:cubicBezTo>
                  <a:lnTo>
                    <a:pt x="1792" y="1644"/>
                  </a:lnTo>
                  <a:lnTo>
                    <a:pt x="2440" y="1539"/>
                  </a:lnTo>
                  <a:cubicBezTo>
                    <a:pt x="2535" y="1524"/>
                    <a:pt x="2599" y="1435"/>
                    <a:pt x="2584" y="1340"/>
                  </a:cubicBezTo>
                  <a:lnTo>
                    <a:pt x="2503" y="834"/>
                  </a:lnTo>
                  <a:cubicBezTo>
                    <a:pt x="2489" y="748"/>
                    <a:pt x="2414" y="688"/>
                    <a:pt x="2329" y="688"/>
                  </a:cubicBezTo>
                  <a:cubicBezTo>
                    <a:pt x="2320" y="688"/>
                    <a:pt x="2311" y="688"/>
                    <a:pt x="2303" y="690"/>
                  </a:cubicBezTo>
                  <a:lnTo>
                    <a:pt x="1656" y="794"/>
                  </a:lnTo>
                  <a:lnTo>
                    <a:pt x="1552" y="147"/>
                  </a:lnTo>
                  <a:cubicBezTo>
                    <a:pt x="1538" y="61"/>
                    <a:pt x="1464" y="1"/>
                    <a:pt x="138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36" name="Google Shape;936;p25"/>
          <p:cNvSpPr/>
          <p:nvPr/>
        </p:nvSpPr>
        <p:spPr>
          <a:xfrm>
            <a:off x="7637075" y="-81676"/>
            <a:ext cx="425832" cy="425839"/>
          </a:xfrm>
          <a:custGeom>
            <a:avLst/>
            <a:gdLst/>
            <a:ahLst/>
            <a:cxnLst/>
            <a:rect l="l" t="t" r="r" b="b"/>
            <a:pathLst>
              <a:path w="2962" h="2962" extrusionOk="0">
                <a:moveTo>
                  <a:pt x="1182" y="0"/>
                </a:moveTo>
                <a:cubicBezTo>
                  <a:pt x="1070" y="0"/>
                  <a:pt x="978" y="91"/>
                  <a:pt x="978" y="206"/>
                </a:cubicBezTo>
                <a:lnTo>
                  <a:pt x="977" y="976"/>
                </a:lnTo>
                <a:lnTo>
                  <a:pt x="207" y="974"/>
                </a:lnTo>
                <a:cubicBezTo>
                  <a:pt x="92" y="974"/>
                  <a:pt x="2" y="1065"/>
                  <a:pt x="2" y="1179"/>
                </a:cubicBezTo>
                <a:lnTo>
                  <a:pt x="0" y="1780"/>
                </a:lnTo>
                <a:cubicBezTo>
                  <a:pt x="0" y="1892"/>
                  <a:pt x="91" y="1984"/>
                  <a:pt x="205" y="1984"/>
                </a:cubicBezTo>
                <a:lnTo>
                  <a:pt x="975" y="1987"/>
                </a:lnTo>
                <a:lnTo>
                  <a:pt x="974" y="2757"/>
                </a:lnTo>
                <a:cubicBezTo>
                  <a:pt x="974" y="2869"/>
                  <a:pt x="1065" y="2961"/>
                  <a:pt x="1178" y="2961"/>
                </a:cubicBezTo>
                <a:lnTo>
                  <a:pt x="1780" y="2962"/>
                </a:lnTo>
                <a:cubicBezTo>
                  <a:pt x="1894" y="2962"/>
                  <a:pt x="1985" y="2871"/>
                  <a:pt x="1985" y="2758"/>
                </a:cubicBezTo>
                <a:lnTo>
                  <a:pt x="1986" y="1988"/>
                </a:lnTo>
                <a:lnTo>
                  <a:pt x="2756" y="1989"/>
                </a:lnTo>
                <a:cubicBezTo>
                  <a:pt x="2868" y="1989"/>
                  <a:pt x="2960" y="1898"/>
                  <a:pt x="2960" y="1784"/>
                </a:cubicBezTo>
                <a:lnTo>
                  <a:pt x="2960" y="1182"/>
                </a:lnTo>
                <a:cubicBezTo>
                  <a:pt x="2961" y="1069"/>
                  <a:pt x="2870" y="978"/>
                  <a:pt x="2758" y="978"/>
                </a:cubicBezTo>
                <a:lnTo>
                  <a:pt x="1988" y="977"/>
                </a:lnTo>
                <a:lnTo>
                  <a:pt x="1989" y="207"/>
                </a:lnTo>
                <a:cubicBezTo>
                  <a:pt x="1989" y="93"/>
                  <a:pt x="1898" y="2"/>
                  <a:pt x="1785" y="2"/>
                </a:cubicBezTo>
                <a:lnTo>
                  <a:pt x="1182" y="0"/>
                </a:lnTo>
                <a:close/>
              </a:path>
            </a:pathLst>
          </a:cu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7" name="Google Shape;937;p25"/>
          <p:cNvSpPr/>
          <p:nvPr/>
        </p:nvSpPr>
        <p:spPr>
          <a:xfrm>
            <a:off x="955387" y="4804804"/>
            <a:ext cx="263917" cy="263774"/>
          </a:xfrm>
          <a:custGeom>
            <a:avLst/>
            <a:gdLst/>
            <a:ahLst/>
            <a:cxnLst/>
            <a:rect l="l" t="t" r="r" b="b"/>
            <a:pathLst>
              <a:path w="1837" h="1836" extrusionOk="0">
                <a:moveTo>
                  <a:pt x="731" y="0"/>
                </a:moveTo>
                <a:cubicBezTo>
                  <a:pt x="661" y="0"/>
                  <a:pt x="605" y="58"/>
                  <a:pt x="605" y="127"/>
                </a:cubicBezTo>
                <a:lnTo>
                  <a:pt x="605" y="604"/>
                </a:lnTo>
                <a:lnTo>
                  <a:pt x="127" y="604"/>
                </a:lnTo>
                <a:cubicBezTo>
                  <a:pt x="58" y="604"/>
                  <a:pt x="1" y="660"/>
                  <a:pt x="1" y="731"/>
                </a:cubicBezTo>
                <a:lnTo>
                  <a:pt x="1" y="1104"/>
                </a:lnTo>
                <a:cubicBezTo>
                  <a:pt x="1" y="1176"/>
                  <a:pt x="58" y="1231"/>
                  <a:pt x="127" y="1231"/>
                </a:cubicBezTo>
                <a:lnTo>
                  <a:pt x="605" y="1231"/>
                </a:lnTo>
                <a:lnTo>
                  <a:pt x="605" y="1708"/>
                </a:lnTo>
                <a:cubicBezTo>
                  <a:pt x="605" y="1780"/>
                  <a:pt x="662" y="1835"/>
                  <a:pt x="731" y="1835"/>
                </a:cubicBezTo>
                <a:lnTo>
                  <a:pt x="1105" y="1835"/>
                </a:lnTo>
                <a:cubicBezTo>
                  <a:pt x="1175" y="1835"/>
                  <a:pt x="1232" y="1778"/>
                  <a:pt x="1232" y="1708"/>
                </a:cubicBezTo>
                <a:lnTo>
                  <a:pt x="1232" y="1231"/>
                </a:lnTo>
                <a:lnTo>
                  <a:pt x="1709" y="1231"/>
                </a:lnTo>
                <a:cubicBezTo>
                  <a:pt x="1780" y="1231"/>
                  <a:pt x="1836" y="1173"/>
                  <a:pt x="1836" y="1104"/>
                </a:cubicBezTo>
                <a:lnTo>
                  <a:pt x="1836" y="731"/>
                </a:lnTo>
                <a:cubicBezTo>
                  <a:pt x="1836" y="660"/>
                  <a:pt x="1779" y="604"/>
                  <a:pt x="1709" y="604"/>
                </a:cubicBezTo>
                <a:lnTo>
                  <a:pt x="1232" y="604"/>
                </a:lnTo>
                <a:lnTo>
                  <a:pt x="1232" y="127"/>
                </a:lnTo>
                <a:cubicBezTo>
                  <a:pt x="1232" y="56"/>
                  <a:pt x="1174" y="0"/>
                  <a:pt x="1105" y="0"/>
                </a:cubicBezTo>
                <a:close/>
              </a:path>
            </a:pathLst>
          </a:cu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38" name="Google Shape;938;p25"/>
          <p:cNvGrpSpPr/>
          <p:nvPr/>
        </p:nvGrpSpPr>
        <p:grpSpPr>
          <a:xfrm>
            <a:off x="8665429" y="3703774"/>
            <a:ext cx="733694" cy="1051070"/>
            <a:chOff x="8681908" y="880369"/>
            <a:chExt cx="703109" cy="1007254"/>
          </a:xfrm>
        </p:grpSpPr>
        <p:sp>
          <p:nvSpPr>
            <p:cNvPr id="939" name="Google Shape;939;p25"/>
            <p:cNvSpPr/>
            <p:nvPr/>
          </p:nvSpPr>
          <p:spPr>
            <a:xfrm>
              <a:off x="8681908" y="987690"/>
              <a:ext cx="703109" cy="899933"/>
            </a:xfrm>
            <a:custGeom>
              <a:avLst/>
              <a:gdLst/>
              <a:ahLst/>
              <a:cxnLst/>
              <a:rect l="l" t="t" r="r" b="b"/>
              <a:pathLst>
                <a:path w="4894" h="6264" extrusionOk="0">
                  <a:moveTo>
                    <a:pt x="2054" y="542"/>
                  </a:moveTo>
                  <a:cubicBezTo>
                    <a:pt x="2162" y="534"/>
                    <a:pt x="2256" y="462"/>
                    <a:pt x="2284" y="357"/>
                  </a:cubicBezTo>
                  <a:lnTo>
                    <a:pt x="2377" y="1"/>
                  </a:lnTo>
                  <a:lnTo>
                    <a:pt x="4249" y="494"/>
                  </a:lnTo>
                  <a:lnTo>
                    <a:pt x="4156" y="850"/>
                  </a:lnTo>
                  <a:cubicBezTo>
                    <a:pt x="4128" y="956"/>
                    <a:pt x="4173" y="1064"/>
                    <a:pt x="4264" y="1124"/>
                  </a:cubicBezTo>
                  <a:cubicBezTo>
                    <a:pt x="4680" y="1398"/>
                    <a:pt x="4894" y="1916"/>
                    <a:pt x="4760" y="2424"/>
                  </a:cubicBezTo>
                  <a:lnTo>
                    <a:pt x="3835" y="5932"/>
                  </a:lnTo>
                  <a:cubicBezTo>
                    <a:pt x="3780" y="6139"/>
                    <a:pt x="3567" y="6263"/>
                    <a:pt x="3359" y="6209"/>
                  </a:cubicBezTo>
                  <a:lnTo>
                    <a:pt x="332" y="5411"/>
                  </a:lnTo>
                  <a:cubicBezTo>
                    <a:pt x="124" y="5355"/>
                    <a:pt x="0" y="5143"/>
                    <a:pt x="55" y="4935"/>
                  </a:cubicBezTo>
                  <a:lnTo>
                    <a:pt x="980" y="1428"/>
                  </a:lnTo>
                  <a:cubicBezTo>
                    <a:pt x="1115" y="921"/>
                    <a:pt x="1558" y="576"/>
                    <a:pt x="2054" y="542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Google Shape;940;p25"/>
            <p:cNvSpPr/>
            <p:nvPr/>
          </p:nvSpPr>
          <p:spPr>
            <a:xfrm>
              <a:off x="8963213" y="880369"/>
              <a:ext cx="408303" cy="217656"/>
            </a:xfrm>
            <a:custGeom>
              <a:avLst/>
              <a:gdLst/>
              <a:ahLst/>
              <a:cxnLst/>
              <a:rect l="l" t="t" r="r" b="b"/>
              <a:pathLst>
                <a:path w="2842" h="1515" extrusionOk="0">
                  <a:moveTo>
                    <a:pt x="217" y="0"/>
                  </a:moveTo>
                  <a:lnTo>
                    <a:pt x="1" y="823"/>
                  </a:lnTo>
                  <a:lnTo>
                    <a:pt x="2624" y="1515"/>
                  </a:lnTo>
                  <a:lnTo>
                    <a:pt x="2841" y="692"/>
                  </a:lnTo>
                  <a:lnTo>
                    <a:pt x="21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Google Shape;941;p25"/>
            <p:cNvSpPr/>
            <p:nvPr/>
          </p:nvSpPr>
          <p:spPr>
            <a:xfrm>
              <a:off x="8732480" y="1251036"/>
              <a:ext cx="452265" cy="377846"/>
            </a:xfrm>
            <a:custGeom>
              <a:avLst/>
              <a:gdLst/>
              <a:ahLst/>
              <a:cxnLst/>
              <a:rect l="l" t="t" r="r" b="b"/>
              <a:pathLst>
                <a:path w="3148" h="2630" extrusionOk="0">
                  <a:moveTo>
                    <a:pt x="525" y="1"/>
                  </a:moveTo>
                  <a:lnTo>
                    <a:pt x="0" y="1990"/>
                  </a:lnTo>
                  <a:lnTo>
                    <a:pt x="2389" y="2620"/>
                  </a:lnTo>
                  <a:cubicBezTo>
                    <a:pt x="2412" y="2626"/>
                    <a:pt x="2435" y="2629"/>
                    <a:pt x="2458" y="2629"/>
                  </a:cubicBezTo>
                  <a:cubicBezTo>
                    <a:pt x="2581" y="2629"/>
                    <a:pt x="2693" y="2547"/>
                    <a:pt x="2725" y="2424"/>
                  </a:cubicBezTo>
                  <a:lnTo>
                    <a:pt x="3109" y="968"/>
                  </a:lnTo>
                  <a:cubicBezTo>
                    <a:pt x="3148" y="820"/>
                    <a:pt x="3060" y="669"/>
                    <a:pt x="2913" y="631"/>
                  </a:cubicBezTo>
                  <a:lnTo>
                    <a:pt x="525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Google Shape;942;p25"/>
            <p:cNvSpPr/>
            <p:nvPr/>
          </p:nvSpPr>
          <p:spPr>
            <a:xfrm>
              <a:off x="8841238" y="1336233"/>
              <a:ext cx="208174" cy="208031"/>
            </a:xfrm>
            <a:custGeom>
              <a:avLst/>
              <a:gdLst/>
              <a:ahLst/>
              <a:cxnLst/>
              <a:rect l="l" t="t" r="r" b="b"/>
              <a:pathLst>
                <a:path w="1449" h="1448" extrusionOk="0">
                  <a:moveTo>
                    <a:pt x="206" y="341"/>
                  </a:moveTo>
                  <a:lnTo>
                    <a:pt x="556" y="434"/>
                  </a:lnTo>
                  <a:lnTo>
                    <a:pt x="648" y="83"/>
                  </a:lnTo>
                  <a:cubicBezTo>
                    <a:pt x="661" y="30"/>
                    <a:pt x="715" y="1"/>
                    <a:pt x="765" y="14"/>
                  </a:cubicBezTo>
                  <a:lnTo>
                    <a:pt x="1040" y="87"/>
                  </a:lnTo>
                  <a:cubicBezTo>
                    <a:pt x="1091" y="100"/>
                    <a:pt x="1122" y="153"/>
                    <a:pt x="1107" y="205"/>
                  </a:cubicBezTo>
                  <a:lnTo>
                    <a:pt x="1015" y="555"/>
                  </a:lnTo>
                  <a:lnTo>
                    <a:pt x="1366" y="648"/>
                  </a:lnTo>
                  <a:cubicBezTo>
                    <a:pt x="1418" y="660"/>
                    <a:pt x="1449" y="714"/>
                    <a:pt x="1434" y="765"/>
                  </a:cubicBezTo>
                  <a:lnTo>
                    <a:pt x="1362" y="1039"/>
                  </a:lnTo>
                  <a:cubicBezTo>
                    <a:pt x="1348" y="1089"/>
                    <a:pt x="1295" y="1121"/>
                    <a:pt x="1244" y="1108"/>
                  </a:cubicBezTo>
                  <a:lnTo>
                    <a:pt x="894" y="1014"/>
                  </a:lnTo>
                  <a:lnTo>
                    <a:pt x="802" y="1365"/>
                  </a:lnTo>
                  <a:cubicBezTo>
                    <a:pt x="789" y="1418"/>
                    <a:pt x="735" y="1448"/>
                    <a:pt x="684" y="1434"/>
                  </a:cubicBezTo>
                  <a:lnTo>
                    <a:pt x="410" y="1361"/>
                  </a:lnTo>
                  <a:cubicBezTo>
                    <a:pt x="358" y="1348"/>
                    <a:pt x="327" y="1295"/>
                    <a:pt x="342" y="1243"/>
                  </a:cubicBezTo>
                  <a:lnTo>
                    <a:pt x="434" y="894"/>
                  </a:lnTo>
                  <a:lnTo>
                    <a:pt x="84" y="801"/>
                  </a:lnTo>
                  <a:cubicBezTo>
                    <a:pt x="31" y="788"/>
                    <a:pt x="0" y="734"/>
                    <a:pt x="15" y="683"/>
                  </a:cubicBezTo>
                  <a:lnTo>
                    <a:pt x="88" y="409"/>
                  </a:lnTo>
                  <a:cubicBezTo>
                    <a:pt x="101" y="359"/>
                    <a:pt x="153" y="328"/>
                    <a:pt x="206" y="34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5100" y="445025"/>
            <a:ext cx="77139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"/>
              <a:buNone/>
              <a:defRPr sz="3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5100" y="1152475"/>
            <a:ext cx="7713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sap Medium"/>
              <a:buChar char="●"/>
              <a:defRPr sz="1200">
                <a:solidFill>
                  <a:schemeClr val="accent1"/>
                </a:solidFill>
                <a:latin typeface="Asap Medium"/>
                <a:ea typeface="Asap Medium"/>
                <a:cs typeface="Asap Medium"/>
                <a:sym typeface="Asap Medium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sap Medium"/>
              <a:buChar char="○"/>
              <a:defRPr sz="1200">
                <a:solidFill>
                  <a:schemeClr val="accent1"/>
                </a:solidFill>
                <a:latin typeface="Asap Medium"/>
                <a:ea typeface="Asap Medium"/>
                <a:cs typeface="Asap Medium"/>
                <a:sym typeface="Asap Medium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sap Medium"/>
              <a:buChar char="■"/>
              <a:defRPr sz="1200">
                <a:solidFill>
                  <a:schemeClr val="accent1"/>
                </a:solidFill>
                <a:latin typeface="Asap Medium"/>
                <a:ea typeface="Asap Medium"/>
                <a:cs typeface="Asap Medium"/>
                <a:sym typeface="Asap Medium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sap Medium"/>
              <a:buChar char="●"/>
              <a:defRPr sz="1200">
                <a:solidFill>
                  <a:schemeClr val="accent1"/>
                </a:solidFill>
                <a:latin typeface="Asap Medium"/>
                <a:ea typeface="Asap Medium"/>
                <a:cs typeface="Asap Medium"/>
                <a:sym typeface="Asap Medium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sap Medium"/>
              <a:buChar char="○"/>
              <a:defRPr sz="1200">
                <a:solidFill>
                  <a:schemeClr val="accent1"/>
                </a:solidFill>
                <a:latin typeface="Asap Medium"/>
                <a:ea typeface="Asap Medium"/>
                <a:cs typeface="Asap Medium"/>
                <a:sym typeface="Asap Medium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sap Medium"/>
              <a:buChar char="■"/>
              <a:defRPr sz="1200">
                <a:solidFill>
                  <a:schemeClr val="accent1"/>
                </a:solidFill>
                <a:latin typeface="Asap Medium"/>
                <a:ea typeface="Asap Medium"/>
                <a:cs typeface="Asap Medium"/>
                <a:sym typeface="Asap Medium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sap Medium"/>
              <a:buChar char="●"/>
              <a:defRPr sz="1200">
                <a:solidFill>
                  <a:schemeClr val="accent1"/>
                </a:solidFill>
                <a:latin typeface="Asap Medium"/>
                <a:ea typeface="Asap Medium"/>
                <a:cs typeface="Asap Medium"/>
                <a:sym typeface="Asap Medium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sap Medium"/>
              <a:buChar char="○"/>
              <a:defRPr sz="1200">
                <a:solidFill>
                  <a:schemeClr val="accent1"/>
                </a:solidFill>
                <a:latin typeface="Asap Medium"/>
                <a:ea typeface="Asap Medium"/>
                <a:cs typeface="Asap Medium"/>
                <a:sym typeface="Asap Medium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sap Medium"/>
              <a:buChar char="■"/>
              <a:defRPr sz="1200">
                <a:solidFill>
                  <a:schemeClr val="accent1"/>
                </a:solidFill>
                <a:latin typeface="Asap Medium"/>
                <a:ea typeface="Asap Medium"/>
                <a:cs typeface="Asap Medium"/>
                <a:sym typeface="Asap Medium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3" r:id="rId2"/>
    <p:sldLayoutId id="2147483655" r:id="rId3"/>
    <p:sldLayoutId id="2147483656" r:id="rId4"/>
    <p:sldLayoutId id="2147483671" r:id="rId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3" name="Google Shape;953;p29"/>
          <p:cNvSpPr txBox="1">
            <a:spLocks noGrp="1"/>
          </p:cNvSpPr>
          <p:nvPr>
            <p:ph type="ctrTitle"/>
          </p:nvPr>
        </p:nvSpPr>
        <p:spPr>
          <a:xfrm>
            <a:off x="2062988" y="1206475"/>
            <a:ext cx="5017800" cy="2155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400" dirty="0"/>
              <a:t>Drug information</a:t>
            </a:r>
            <a:endParaRPr sz="5400" dirty="0"/>
          </a:p>
        </p:txBody>
      </p:sp>
      <p:sp>
        <p:nvSpPr>
          <p:cNvPr id="954" name="Google Shape;954;p29"/>
          <p:cNvSpPr/>
          <p:nvPr/>
        </p:nvSpPr>
        <p:spPr>
          <a:xfrm>
            <a:off x="-1793975" y="3979879"/>
            <a:ext cx="3833709" cy="3833709"/>
          </a:xfrm>
          <a:custGeom>
            <a:avLst/>
            <a:gdLst/>
            <a:ahLst/>
            <a:cxnLst/>
            <a:rect l="l" t="t" r="r" b="b"/>
            <a:pathLst>
              <a:path w="26719" h="26719" extrusionOk="0">
                <a:moveTo>
                  <a:pt x="13359" y="1"/>
                </a:moveTo>
                <a:cubicBezTo>
                  <a:pt x="9817" y="1"/>
                  <a:pt x="6419" y="1408"/>
                  <a:pt x="3913" y="3913"/>
                </a:cubicBezTo>
                <a:cubicBezTo>
                  <a:pt x="1408" y="6419"/>
                  <a:pt x="0" y="9817"/>
                  <a:pt x="0" y="13360"/>
                </a:cubicBezTo>
                <a:cubicBezTo>
                  <a:pt x="0" y="16903"/>
                  <a:pt x="1408" y="20301"/>
                  <a:pt x="3913" y="22806"/>
                </a:cubicBezTo>
                <a:cubicBezTo>
                  <a:pt x="6419" y="25311"/>
                  <a:pt x="9817" y="26719"/>
                  <a:pt x="13359" y="26719"/>
                </a:cubicBezTo>
                <a:cubicBezTo>
                  <a:pt x="16903" y="26719"/>
                  <a:pt x="20301" y="25311"/>
                  <a:pt x="22806" y="22806"/>
                </a:cubicBezTo>
                <a:cubicBezTo>
                  <a:pt x="25311" y="20301"/>
                  <a:pt x="26718" y="16903"/>
                  <a:pt x="26718" y="13360"/>
                </a:cubicBezTo>
                <a:cubicBezTo>
                  <a:pt x="26718" y="9817"/>
                  <a:pt x="25311" y="6419"/>
                  <a:pt x="22806" y="3913"/>
                </a:cubicBezTo>
                <a:cubicBezTo>
                  <a:pt x="20301" y="1408"/>
                  <a:pt x="16903" y="1"/>
                  <a:pt x="1335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5" name="Google Shape;955;p29"/>
          <p:cNvSpPr/>
          <p:nvPr/>
        </p:nvSpPr>
        <p:spPr>
          <a:xfrm>
            <a:off x="7971621" y="-1400175"/>
            <a:ext cx="2239188" cy="2239188"/>
          </a:xfrm>
          <a:custGeom>
            <a:avLst/>
            <a:gdLst/>
            <a:ahLst/>
            <a:cxnLst/>
            <a:rect l="l" t="t" r="r" b="b"/>
            <a:pathLst>
              <a:path w="15606" h="15606" extrusionOk="0">
                <a:moveTo>
                  <a:pt x="7803" y="0"/>
                </a:moveTo>
                <a:cubicBezTo>
                  <a:pt x="5734" y="0"/>
                  <a:pt x="3749" y="822"/>
                  <a:pt x="2286" y="2285"/>
                </a:cubicBezTo>
                <a:cubicBezTo>
                  <a:pt x="823" y="3748"/>
                  <a:pt x="1" y="5733"/>
                  <a:pt x="1" y="7803"/>
                </a:cubicBezTo>
                <a:cubicBezTo>
                  <a:pt x="1" y="9873"/>
                  <a:pt x="823" y="11857"/>
                  <a:pt x="2286" y="13320"/>
                </a:cubicBezTo>
                <a:cubicBezTo>
                  <a:pt x="3749" y="14783"/>
                  <a:pt x="5734" y="15606"/>
                  <a:pt x="7803" y="15606"/>
                </a:cubicBezTo>
                <a:cubicBezTo>
                  <a:pt x="9873" y="15606"/>
                  <a:pt x="11857" y="14783"/>
                  <a:pt x="13320" y="13320"/>
                </a:cubicBezTo>
                <a:cubicBezTo>
                  <a:pt x="14783" y="11857"/>
                  <a:pt x="15606" y="9873"/>
                  <a:pt x="15606" y="7803"/>
                </a:cubicBezTo>
                <a:cubicBezTo>
                  <a:pt x="15606" y="5733"/>
                  <a:pt x="14783" y="3748"/>
                  <a:pt x="13320" y="2285"/>
                </a:cubicBezTo>
                <a:cubicBezTo>
                  <a:pt x="11857" y="822"/>
                  <a:pt x="9873" y="0"/>
                  <a:pt x="7803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56" name="Google Shape;956;p29"/>
          <p:cNvGrpSpPr/>
          <p:nvPr/>
        </p:nvGrpSpPr>
        <p:grpSpPr>
          <a:xfrm>
            <a:off x="314702" y="367949"/>
            <a:ext cx="800803" cy="1017729"/>
            <a:chOff x="5770300" y="1624450"/>
            <a:chExt cx="115800" cy="145600"/>
          </a:xfrm>
        </p:grpSpPr>
        <p:sp>
          <p:nvSpPr>
            <p:cNvPr id="957" name="Google Shape;957;p29"/>
            <p:cNvSpPr/>
            <p:nvPr/>
          </p:nvSpPr>
          <p:spPr>
            <a:xfrm>
              <a:off x="5772950" y="1636375"/>
              <a:ext cx="113150" cy="133675"/>
            </a:xfrm>
            <a:custGeom>
              <a:avLst/>
              <a:gdLst/>
              <a:ahLst/>
              <a:cxnLst/>
              <a:rect l="l" t="t" r="r" b="b"/>
              <a:pathLst>
                <a:path w="4526" h="5347" extrusionOk="0">
                  <a:moveTo>
                    <a:pt x="2188" y="0"/>
                  </a:moveTo>
                  <a:lnTo>
                    <a:pt x="257" y="749"/>
                  </a:lnTo>
                  <a:lnTo>
                    <a:pt x="465" y="1284"/>
                  </a:lnTo>
                  <a:lnTo>
                    <a:pt x="513" y="1266"/>
                  </a:lnTo>
                  <a:lnTo>
                    <a:pt x="513" y="1266"/>
                  </a:lnTo>
                  <a:cubicBezTo>
                    <a:pt x="146" y="1584"/>
                    <a:pt x="1" y="2109"/>
                    <a:pt x="186" y="2586"/>
                  </a:cubicBezTo>
                  <a:lnTo>
                    <a:pt x="1161" y="5103"/>
                  </a:lnTo>
                  <a:cubicBezTo>
                    <a:pt x="1219" y="5254"/>
                    <a:pt x="1364" y="5347"/>
                    <a:pt x="1516" y="5347"/>
                  </a:cubicBezTo>
                  <a:cubicBezTo>
                    <a:pt x="1562" y="5347"/>
                    <a:pt x="1609" y="5338"/>
                    <a:pt x="1654" y="5320"/>
                  </a:cubicBezTo>
                  <a:lnTo>
                    <a:pt x="4232" y="4320"/>
                  </a:lnTo>
                  <a:cubicBezTo>
                    <a:pt x="4429" y="4245"/>
                    <a:pt x="4526" y="4025"/>
                    <a:pt x="4450" y="3828"/>
                  </a:cubicBezTo>
                  <a:lnTo>
                    <a:pt x="3475" y="1313"/>
                  </a:lnTo>
                  <a:cubicBezTo>
                    <a:pt x="3292" y="844"/>
                    <a:pt x="2847" y="557"/>
                    <a:pt x="2373" y="557"/>
                  </a:cubicBezTo>
                  <a:cubicBezTo>
                    <a:pt x="2363" y="557"/>
                    <a:pt x="2352" y="557"/>
                    <a:pt x="2342" y="557"/>
                  </a:cubicBezTo>
                  <a:lnTo>
                    <a:pt x="2395" y="535"/>
                  </a:lnTo>
                  <a:lnTo>
                    <a:pt x="218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Google Shape;958;p29"/>
            <p:cNvSpPr/>
            <p:nvPr/>
          </p:nvSpPr>
          <p:spPr>
            <a:xfrm>
              <a:off x="5779125" y="1673225"/>
              <a:ext cx="96400" cy="68425"/>
            </a:xfrm>
            <a:custGeom>
              <a:avLst/>
              <a:gdLst/>
              <a:ahLst/>
              <a:cxnLst/>
              <a:rect l="l" t="t" r="r" b="b"/>
              <a:pathLst>
                <a:path w="3856" h="2737" extrusionOk="0">
                  <a:moveTo>
                    <a:pt x="567" y="2736"/>
                  </a:moveTo>
                  <a:lnTo>
                    <a:pt x="3855" y="1460"/>
                  </a:lnTo>
                  <a:lnTo>
                    <a:pt x="3290" y="0"/>
                  </a:lnTo>
                  <a:lnTo>
                    <a:pt x="1" y="127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Google Shape;959;p29"/>
            <p:cNvSpPr/>
            <p:nvPr/>
          </p:nvSpPr>
          <p:spPr>
            <a:xfrm>
              <a:off x="5770300" y="1624450"/>
              <a:ext cx="65075" cy="37975"/>
            </a:xfrm>
            <a:custGeom>
              <a:avLst/>
              <a:gdLst/>
              <a:ahLst/>
              <a:cxnLst/>
              <a:rect l="l" t="t" r="r" b="b"/>
              <a:pathLst>
                <a:path w="2603" h="1519" extrusionOk="0">
                  <a:moveTo>
                    <a:pt x="234" y="1519"/>
                  </a:moveTo>
                  <a:lnTo>
                    <a:pt x="2603" y="601"/>
                  </a:lnTo>
                  <a:lnTo>
                    <a:pt x="2370" y="0"/>
                  </a:lnTo>
                  <a:lnTo>
                    <a:pt x="1" y="919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60" name="Google Shape;960;p29"/>
          <p:cNvGrpSpPr/>
          <p:nvPr/>
        </p:nvGrpSpPr>
        <p:grpSpPr>
          <a:xfrm flipH="1">
            <a:off x="280113" y="3936177"/>
            <a:ext cx="933120" cy="837438"/>
            <a:chOff x="-361087" y="3312839"/>
            <a:chExt cx="933120" cy="837438"/>
          </a:xfrm>
        </p:grpSpPr>
        <p:sp>
          <p:nvSpPr>
            <p:cNvPr id="961" name="Google Shape;961;p29"/>
            <p:cNvSpPr/>
            <p:nvPr/>
          </p:nvSpPr>
          <p:spPr>
            <a:xfrm>
              <a:off x="-361087" y="3312839"/>
              <a:ext cx="933120" cy="837438"/>
            </a:xfrm>
            <a:custGeom>
              <a:avLst/>
              <a:gdLst/>
              <a:ahLst/>
              <a:cxnLst/>
              <a:rect l="l" t="t" r="r" b="b"/>
              <a:pathLst>
                <a:path w="6495" h="5829" extrusionOk="0">
                  <a:moveTo>
                    <a:pt x="3781" y="5817"/>
                  </a:moveTo>
                  <a:cubicBezTo>
                    <a:pt x="3801" y="5825"/>
                    <a:pt x="3823" y="5829"/>
                    <a:pt x="3844" y="5824"/>
                  </a:cubicBezTo>
                  <a:lnTo>
                    <a:pt x="3844" y="5824"/>
                  </a:lnTo>
                  <a:cubicBezTo>
                    <a:pt x="3865" y="5821"/>
                    <a:pt x="3886" y="5813"/>
                    <a:pt x="3902" y="5798"/>
                  </a:cubicBezTo>
                  <a:cubicBezTo>
                    <a:pt x="5105" y="4723"/>
                    <a:pt x="5888" y="3711"/>
                    <a:pt x="6231" y="2787"/>
                  </a:cubicBezTo>
                  <a:cubicBezTo>
                    <a:pt x="6494" y="2078"/>
                    <a:pt x="6392" y="1680"/>
                    <a:pt x="6380" y="1639"/>
                  </a:cubicBezTo>
                  <a:cubicBezTo>
                    <a:pt x="6226" y="668"/>
                    <a:pt x="5310" y="0"/>
                    <a:pt x="4340" y="153"/>
                  </a:cubicBezTo>
                  <a:cubicBezTo>
                    <a:pt x="3835" y="233"/>
                    <a:pt x="3383" y="549"/>
                    <a:pt x="3095" y="1024"/>
                  </a:cubicBezTo>
                  <a:lnTo>
                    <a:pt x="3094" y="1025"/>
                  </a:lnTo>
                  <a:lnTo>
                    <a:pt x="3094" y="1025"/>
                  </a:lnTo>
                  <a:cubicBezTo>
                    <a:pt x="3092" y="1025"/>
                    <a:pt x="3092" y="1025"/>
                    <a:pt x="3091" y="1024"/>
                  </a:cubicBezTo>
                  <a:cubicBezTo>
                    <a:pt x="2673" y="658"/>
                    <a:pt x="2144" y="496"/>
                    <a:pt x="1641" y="575"/>
                  </a:cubicBezTo>
                  <a:cubicBezTo>
                    <a:pt x="668" y="727"/>
                    <a:pt x="1" y="1640"/>
                    <a:pt x="151" y="2610"/>
                  </a:cubicBezTo>
                  <a:cubicBezTo>
                    <a:pt x="153" y="2655"/>
                    <a:pt x="175" y="3065"/>
                    <a:pt x="643" y="3661"/>
                  </a:cubicBezTo>
                  <a:cubicBezTo>
                    <a:pt x="1250" y="4437"/>
                    <a:pt x="2306" y="5161"/>
                    <a:pt x="3781" y="5817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Google Shape;962;p29"/>
            <p:cNvSpPr/>
            <p:nvPr/>
          </p:nvSpPr>
          <p:spPr>
            <a:xfrm>
              <a:off x="-56364" y="3571876"/>
              <a:ext cx="373392" cy="369800"/>
            </a:xfrm>
            <a:custGeom>
              <a:avLst/>
              <a:gdLst/>
              <a:ahLst/>
              <a:cxnLst/>
              <a:rect l="l" t="t" r="r" b="b"/>
              <a:pathLst>
                <a:path w="2599" h="2574" extrusionOk="0">
                  <a:moveTo>
                    <a:pt x="1380" y="1"/>
                  </a:moveTo>
                  <a:cubicBezTo>
                    <a:pt x="1371" y="1"/>
                    <a:pt x="1362" y="1"/>
                    <a:pt x="1353" y="3"/>
                  </a:cubicBezTo>
                  <a:lnTo>
                    <a:pt x="847" y="84"/>
                  </a:lnTo>
                  <a:cubicBezTo>
                    <a:pt x="752" y="99"/>
                    <a:pt x="688" y="189"/>
                    <a:pt x="703" y="283"/>
                  </a:cubicBezTo>
                  <a:lnTo>
                    <a:pt x="807" y="930"/>
                  </a:lnTo>
                  <a:lnTo>
                    <a:pt x="160" y="1035"/>
                  </a:lnTo>
                  <a:cubicBezTo>
                    <a:pt x="65" y="1050"/>
                    <a:pt x="1" y="1139"/>
                    <a:pt x="16" y="1234"/>
                  </a:cubicBezTo>
                  <a:lnTo>
                    <a:pt x="97" y="1740"/>
                  </a:lnTo>
                  <a:cubicBezTo>
                    <a:pt x="110" y="1825"/>
                    <a:pt x="185" y="1886"/>
                    <a:pt x="270" y="1886"/>
                  </a:cubicBezTo>
                  <a:cubicBezTo>
                    <a:pt x="279" y="1886"/>
                    <a:pt x="287" y="1886"/>
                    <a:pt x="296" y="1884"/>
                  </a:cubicBezTo>
                  <a:lnTo>
                    <a:pt x="943" y="1779"/>
                  </a:lnTo>
                  <a:lnTo>
                    <a:pt x="1048" y="2427"/>
                  </a:lnTo>
                  <a:cubicBezTo>
                    <a:pt x="1061" y="2512"/>
                    <a:pt x="1135" y="2573"/>
                    <a:pt x="1219" y="2573"/>
                  </a:cubicBezTo>
                  <a:cubicBezTo>
                    <a:pt x="1229" y="2573"/>
                    <a:pt x="1238" y="2572"/>
                    <a:pt x="1247" y="2571"/>
                  </a:cubicBezTo>
                  <a:lnTo>
                    <a:pt x="1752" y="2490"/>
                  </a:lnTo>
                  <a:cubicBezTo>
                    <a:pt x="1847" y="2475"/>
                    <a:pt x="1911" y="2385"/>
                    <a:pt x="1896" y="2291"/>
                  </a:cubicBezTo>
                  <a:lnTo>
                    <a:pt x="1792" y="1644"/>
                  </a:lnTo>
                  <a:lnTo>
                    <a:pt x="2440" y="1539"/>
                  </a:lnTo>
                  <a:cubicBezTo>
                    <a:pt x="2535" y="1524"/>
                    <a:pt x="2599" y="1435"/>
                    <a:pt x="2584" y="1340"/>
                  </a:cubicBezTo>
                  <a:lnTo>
                    <a:pt x="2503" y="834"/>
                  </a:lnTo>
                  <a:cubicBezTo>
                    <a:pt x="2489" y="748"/>
                    <a:pt x="2414" y="688"/>
                    <a:pt x="2329" y="688"/>
                  </a:cubicBezTo>
                  <a:cubicBezTo>
                    <a:pt x="2320" y="688"/>
                    <a:pt x="2311" y="688"/>
                    <a:pt x="2303" y="690"/>
                  </a:cubicBezTo>
                  <a:lnTo>
                    <a:pt x="1656" y="794"/>
                  </a:lnTo>
                  <a:lnTo>
                    <a:pt x="1552" y="147"/>
                  </a:lnTo>
                  <a:cubicBezTo>
                    <a:pt x="1538" y="61"/>
                    <a:pt x="1464" y="1"/>
                    <a:pt x="138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63" name="Google Shape;963;p29"/>
          <p:cNvGrpSpPr/>
          <p:nvPr/>
        </p:nvGrpSpPr>
        <p:grpSpPr>
          <a:xfrm flipH="1">
            <a:off x="8134067" y="3774449"/>
            <a:ext cx="733694" cy="1051070"/>
            <a:chOff x="8681908" y="880369"/>
            <a:chExt cx="703109" cy="1007254"/>
          </a:xfrm>
        </p:grpSpPr>
        <p:sp>
          <p:nvSpPr>
            <p:cNvPr id="964" name="Google Shape;964;p29"/>
            <p:cNvSpPr/>
            <p:nvPr/>
          </p:nvSpPr>
          <p:spPr>
            <a:xfrm>
              <a:off x="8681908" y="987690"/>
              <a:ext cx="703109" cy="899933"/>
            </a:xfrm>
            <a:custGeom>
              <a:avLst/>
              <a:gdLst/>
              <a:ahLst/>
              <a:cxnLst/>
              <a:rect l="l" t="t" r="r" b="b"/>
              <a:pathLst>
                <a:path w="4894" h="6264" extrusionOk="0">
                  <a:moveTo>
                    <a:pt x="2054" y="542"/>
                  </a:moveTo>
                  <a:cubicBezTo>
                    <a:pt x="2162" y="534"/>
                    <a:pt x="2256" y="462"/>
                    <a:pt x="2284" y="357"/>
                  </a:cubicBezTo>
                  <a:lnTo>
                    <a:pt x="2377" y="1"/>
                  </a:lnTo>
                  <a:lnTo>
                    <a:pt x="4249" y="494"/>
                  </a:lnTo>
                  <a:lnTo>
                    <a:pt x="4156" y="850"/>
                  </a:lnTo>
                  <a:cubicBezTo>
                    <a:pt x="4128" y="956"/>
                    <a:pt x="4173" y="1064"/>
                    <a:pt x="4264" y="1124"/>
                  </a:cubicBezTo>
                  <a:cubicBezTo>
                    <a:pt x="4680" y="1398"/>
                    <a:pt x="4894" y="1916"/>
                    <a:pt x="4760" y="2424"/>
                  </a:cubicBezTo>
                  <a:lnTo>
                    <a:pt x="3835" y="5932"/>
                  </a:lnTo>
                  <a:cubicBezTo>
                    <a:pt x="3780" y="6139"/>
                    <a:pt x="3567" y="6263"/>
                    <a:pt x="3359" y="6209"/>
                  </a:cubicBezTo>
                  <a:lnTo>
                    <a:pt x="332" y="5411"/>
                  </a:lnTo>
                  <a:cubicBezTo>
                    <a:pt x="124" y="5355"/>
                    <a:pt x="0" y="5143"/>
                    <a:pt x="55" y="4935"/>
                  </a:cubicBezTo>
                  <a:lnTo>
                    <a:pt x="980" y="1428"/>
                  </a:lnTo>
                  <a:cubicBezTo>
                    <a:pt x="1115" y="921"/>
                    <a:pt x="1558" y="576"/>
                    <a:pt x="2054" y="542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" name="Google Shape;965;p29"/>
            <p:cNvSpPr/>
            <p:nvPr/>
          </p:nvSpPr>
          <p:spPr>
            <a:xfrm>
              <a:off x="8963213" y="880369"/>
              <a:ext cx="408303" cy="217656"/>
            </a:xfrm>
            <a:custGeom>
              <a:avLst/>
              <a:gdLst/>
              <a:ahLst/>
              <a:cxnLst/>
              <a:rect l="l" t="t" r="r" b="b"/>
              <a:pathLst>
                <a:path w="2842" h="1515" extrusionOk="0">
                  <a:moveTo>
                    <a:pt x="217" y="0"/>
                  </a:moveTo>
                  <a:lnTo>
                    <a:pt x="1" y="823"/>
                  </a:lnTo>
                  <a:lnTo>
                    <a:pt x="2624" y="1515"/>
                  </a:lnTo>
                  <a:lnTo>
                    <a:pt x="2841" y="692"/>
                  </a:lnTo>
                  <a:lnTo>
                    <a:pt x="21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Google Shape;966;p29"/>
            <p:cNvSpPr/>
            <p:nvPr/>
          </p:nvSpPr>
          <p:spPr>
            <a:xfrm>
              <a:off x="8732480" y="1251036"/>
              <a:ext cx="452265" cy="377846"/>
            </a:xfrm>
            <a:custGeom>
              <a:avLst/>
              <a:gdLst/>
              <a:ahLst/>
              <a:cxnLst/>
              <a:rect l="l" t="t" r="r" b="b"/>
              <a:pathLst>
                <a:path w="3148" h="2630" extrusionOk="0">
                  <a:moveTo>
                    <a:pt x="525" y="1"/>
                  </a:moveTo>
                  <a:lnTo>
                    <a:pt x="0" y="1990"/>
                  </a:lnTo>
                  <a:lnTo>
                    <a:pt x="2389" y="2620"/>
                  </a:lnTo>
                  <a:cubicBezTo>
                    <a:pt x="2412" y="2626"/>
                    <a:pt x="2435" y="2629"/>
                    <a:pt x="2458" y="2629"/>
                  </a:cubicBezTo>
                  <a:cubicBezTo>
                    <a:pt x="2581" y="2629"/>
                    <a:pt x="2693" y="2547"/>
                    <a:pt x="2725" y="2424"/>
                  </a:cubicBezTo>
                  <a:lnTo>
                    <a:pt x="3109" y="968"/>
                  </a:lnTo>
                  <a:cubicBezTo>
                    <a:pt x="3148" y="820"/>
                    <a:pt x="3060" y="669"/>
                    <a:pt x="2913" y="631"/>
                  </a:cubicBezTo>
                  <a:lnTo>
                    <a:pt x="525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Google Shape;967;p29"/>
            <p:cNvSpPr/>
            <p:nvPr/>
          </p:nvSpPr>
          <p:spPr>
            <a:xfrm>
              <a:off x="8841238" y="1336233"/>
              <a:ext cx="208174" cy="208031"/>
            </a:xfrm>
            <a:custGeom>
              <a:avLst/>
              <a:gdLst/>
              <a:ahLst/>
              <a:cxnLst/>
              <a:rect l="l" t="t" r="r" b="b"/>
              <a:pathLst>
                <a:path w="1449" h="1448" extrusionOk="0">
                  <a:moveTo>
                    <a:pt x="206" y="341"/>
                  </a:moveTo>
                  <a:lnTo>
                    <a:pt x="556" y="434"/>
                  </a:lnTo>
                  <a:lnTo>
                    <a:pt x="648" y="83"/>
                  </a:lnTo>
                  <a:cubicBezTo>
                    <a:pt x="661" y="30"/>
                    <a:pt x="715" y="1"/>
                    <a:pt x="765" y="14"/>
                  </a:cubicBezTo>
                  <a:lnTo>
                    <a:pt x="1040" y="87"/>
                  </a:lnTo>
                  <a:cubicBezTo>
                    <a:pt x="1091" y="100"/>
                    <a:pt x="1122" y="153"/>
                    <a:pt x="1107" y="205"/>
                  </a:cubicBezTo>
                  <a:lnTo>
                    <a:pt x="1015" y="555"/>
                  </a:lnTo>
                  <a:lnTo>
                    <a:pt x="1366" y="648"/>
                  </a:lnTo>
                  <a:cubicBezTo>
                    <a:pt x="1418" y="660"/>
                    <a:pt x="1449" y="714"/>
                    <a:pt x="1434" y="765"/>
                  </a:cubicBezTo>
                  <a:lnTo>
                    <a:pt x="1362" y="1039"/>
                  </a:lnTo>
                  <a:cubicBezTo>
                    <a:pt x="1348" y="1089"/>
                    <a:pt x="1295" y="1121"/>
                    <a:pt x="1244" y="1108"/>
                  </a:cubicBezTo>
                  <a:lnTo>
                    <a:pt x="894" y="1014"/>
                  </a:lnTo>
                  <a:lnTo>
                    <a:pt x="802" y="1365"/>
                  </a:lnTo>
                  <a:cubicBezTo>
                    <a:pt x="789" y="1418"/>
                    <a:pt x="735" y="1448"/>
                    <a:pt x="684" y="1434"/>
                  </a:cubicBezTo>
                  <a:lnTo>
                    <a:pt x="410" y="1361"/>
                  </a:lnTo>
                  <a:cubicBezTo>
                    <a:pt x="358" y="1348"/>
                    <a:pt x="327" y="1295"/>
                    <a:pt x="342" y="1243"/>
                  </a:cubicBezTo>
                  <a:lnTo>
                    <a:pt x="434" y="894"/>
                  </a:lnTo>
                  <a:lnTo>
                    <a:pt x="84" y="801"/>
                  </a:lnTo>
                  <a:cubicBezTo>
                    <a:pt x="31" y="788"/>
                    <a:pt x="0" y="734"/>
                    <a:pt x="15" y="683"/>
                  </a:cubicBezTo>
                  <a:lnTo>
                    <a:pt x="88" y="409"/>
                  </a:lnTo>
                  <a:cubicBezTo>
                    <a:pt x="101" y="359"/>
                    <a:pt x="153" y="328"/>
                    <a:pt x="206" y="34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68" name="Google Shape;968;p29"/>
          <p:cNvSpPr/>
          <p:nvPr/>
        </p:nvSpPr>
        <p:spPr>
          <a:xfrm>
            <a:off x="2261964" y="4476780"/>
            <a:ext cx="263434" cy="263434"/>
          </a:xfrm>
          <a:custGeom>
            <a:avLst/>
            <a:gdLst/>
            <a:ahLst/>
            <a:cxnLst/>
            <a:rect l="l" t="t" r="r" b="b"/>
            <a:pathLst>
              <a:path w="1836" h="1836" extrusionOk="0">
                <a:moveTo>
                  <a:pt x="732" y="0"/>
                </a:moveTo>
                <a:cubicBezTo>
                  <a:pt x="663" y="0"/>
                  <a:pt x="605" y="56"/>
                  <a:pt x="605" y="128"/>
                </a:cubicBezTo>
                <a:lnTo>
                  <a:pt x="605" y="605"/>
                </a:lnTo>
                <a:lnTo>
                  <a:pt x="128" y="605"/>
                </a:lnTo>
                <a:cubicBezTo>
                  <a:pt x="58" y="605"/>
                  <a:pt x="1" y="660"/>
                  <a:pt x="1" y="732"/>
                </a:cubicBezTo>
                <a:lnTo>
                  <a:pt x="1" y="1104"/>
                </a:lnTo>
                <a:cubicBezTo>
                  <a:pt x="1" y="1174"/>
                  <a:pt x="58" y="1232"/>
                  <a:pt x="128" y="1232"/>
                </a:cubicBezTo>
                <a:lnTo>
                  <a:pt x="605" y="1232"/>
                </a:lnTo>
                <a:lnTo>
                  <a:pt x="605" y="1709"/>
                </a:lnTo>
                <a:cubicBezTo>
                  <a:pt x="605" y="1778"/>
                  <a:pt x="662" y="1836"/>
                  <a:pt x="732" y="1836"/>
                </a:cubicBezTo>
                <a:lnTo>
                  <a:pt x="1105" y="1836"/>
                </a:lnTo>
                <a:cubicBezTo>
                  <a:pt x="1175" y="1836"/>
                  <a:pt x="1232" y="1780"/>
                  <a:pt x="1232" y="1709"/>
                </a:cubicBezTo>
                <a:lnTo>
                  <a:pt x="1232" y="1232"/>
                </a:lnTo>
                <a:lnTo>
                  <a:pt x="1710" y="1232"/>
                </a:lnTo>
                <a:cubicBezTo>
                  <a:pt x="1779" y="1232"/>
                  <a:pt x="1836" y="1176"/>
                  <a:pt x="1836" y="1104"/>
                </a:cubicBezTo>
                <a:lnTo>
                  <a:pt x="1836" y="732"/>
                </a:lnTo>
                <a:cubicBezTo>
                  <a:pt x="1836" y="663"/>
                  <a:pt x="1780" y="605"/>
                  <a:pt x="1710" y="605"/>
                </a:cubicBezTo>
                <a:lnTo>
                  <a:pt x="1232" y="605"/>
                </a:lnTo>
                <a:lnTo>
                  <a:pt x="1232" y="128"/>
                </a:lnTo>
                <a:cubicBezTo>
                  <a:pt x="1232" y="58"/>
                  <a:pt x="1176" y="0"/>
                  <a:pt x="1105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69" name="Google Shape;969;p29"/>
          <p:cNvGrpSpPr/>
          <p:nvPr/>
        </p:nvGrpSpPr>
        <p:grpSpPr>
          <a:xfrm flipH="1">
            <a:off x="8078398" y="385762"/>
            <a:ext cx="845031" cy="1018146"/>
            <a:chOff x="1713650" y="2716650"/>
            <a:chExt cx="139375" cy="167925"/>
          </a:xfrm>
        </p:grpSpPr>
        <p:sp>
          <p:nvSpPr>
            <p:cNvPr id="970" name="Google Shape;970;p29"/>
            <p:cNvSpPr/>
            <p:nvPr/>
          </p:nvSpPr>
          <p:spPr>
            <a:xfrm>
              <a:off x="1713650" y="2716650"/>
              <a:ext cx="139375" cy="167925"/>
            </a:xfrm>
            <a:custGeom>
              <a:avLst/>
              <a:gdLst/>
              <a:ahLst/>
              <a:cxnLst/>
              <a:rect l="l" t="t" r="r" b="b"/>
              <a:pathLst>
                <a:path w="5575" h="6717" extrusionOk="0">
                  <a:moveTo>
                    <a:pt x="5522" y="5489"/>
                  </a:moveTo>
                  <a:lnTo>
                    <a:pt x="1883" y="6704"/>
                  </a:lnTo>
                  <a:cubicBezTo>
                    <a:pt x="1848" y="6717"/>
                    <a:pt x="1810" y="6698"/>
                    <a:pt x="1800" y="6663"/>
                  </a:cubicBezTo>
                  <a:lnTo>
                    <a:pt x="13" y="1311"/>
                  </a:lnTo>
                  <a:cubicBezTo>
                    <a:pt x="1" y="1276"/>
                    <a:pt x="19" y="1239"/>
                    <a:pt x="54" y="1228"/>
                  </a:cubicBezTo>
                  <a:lnTo>
                    <a:pt x="3693" y="13"/>
                  </a:lnTo>
                  <a:cubicBezTo>
                    <a:pt x="3728" y="1"/>
                    <a:pt x="3766" y="19"/>
                    <a:pt x="3776" y="54"/>
                  </a:cubicBezTo>
                  <a:lnTo>
                    <a:pt x="5564" y="5407"/>
                  </a:lnTo>
                  <a:cubicBezTo>
                    <a:pt x="5574" y="5441"/>
                    <a:pt x="5556" y="5478"/>
                    <a:pt x="5522" y="5489"/>
                  </a:cubicBez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" name="Google Shape;971;p29"/>
            <p:cNvSpPr/>
            <p:nvPr/>
          </p:nvSpPr>
          <p:spPr>
            <a:xfrm>
              <a:off x="1723625" y="2725750"/>
              <a:ext cx="117950" cy="144775"/>
            </a:xfrm>
            <a:custGeom>
              <a:avLst/>
              <a:gdLst/>
              <a:ahLst/>
              <a:cxnLst/>
              <a:rect l="l" t="t" r="r" b="b"/>
              <a:pathLst>
                <a:path w="4718" h="5791" extrusionOk="0">
                  <a:moveTo>
                    <a:pt x="3133" y="1"/>
                  </a:moveTo>
                  <a:lnTo>
                    <a:pt x="1" y="1048"/>
                  </a:lnTo>
                  <a:lnTo>
                    <a:pt x="1585" y="5790"/>
                  </a:lnTo>
                  <a:lnTo>
                    <a:pt x="4718" y="4744"/>
                  </a:lnTo>
                  <a:lnTo>
                    <a:pt x="313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" name="Google Shape;972;p29"/>
            <p:cNvSpPr/>
            <p:nvPr/>
          </p:nvSpPr>
          <p:spPr>
            <a:xfrm>
              <a:off x="1737875" y="2719725"/>
              <a:ext cx="48250" cy="30950"/>
            </a:xfrm>
            <a:custGeom>
              <a:avLst/>
              <a:gdLst/>
              <a:ahLst/>
              <a:cxnLst/>
              <a:rect l="l" t="t" r="r" b="b"/>
              <a:pathLst>
                <a:path w="1930" h="1238" extrusionOk="0">
                  <a:moveTo>
                    <a:pt x="971" y="61"/>
                  </a:moveTo>
                  <a:cubicBezTo>
                    <a:pt x="976" y="61"/>
                    <a:pt x="979" y="63"/>
                    <a:pt x="981" y="65"/>
                  </a:cubicBezTo>
                  <a:cubicBezTo>
                    <a:pt x="984" y="66"/>
                    <a:pt x="989" y="71"/>
                    <a:pt x="989" y="80"/>
                  </a:cubicBezTo>
                  <a:cubicBezTo>
                    <a:pt x="991" y="122"/>
                    <a:pt x="1012" y="157"/>
                    <a:pt x="1047" y="181"/>
                  </a:cubicBezTo>
                  <a:cubicBezTo>
                    <a:pt x="1069" y="195"/>
                    <a:pt x="1095" y="203"/>
                    <a:pt x="1121" y="203"/>
                  </a:cubicBezTo>
                  <a:cubicBezTo>
                    <a:pt x="1134" y="203"/>
                    <a:pt x="1148" y="201"/>
                    <a:pt x="1161" y="197"/>
                  </a:cubicBezTo>
                  <a:lnTo>
                    <a:pt x="1331" y="140"/>
                  </a:lnTo>
                  <a:cubicBezTo>
                    <a:pt x="1349" y="134"/>
                    <a:pt x="1366" y="131"/>
                    <a:pt x="1384" y="131"/>
                  </a:cubicBezTo>
                  <a:cubicBezTo>
                    <a:pt x="1434" y="131"/>
                    <a:pt x="1483" y="154"/>
                    <a:pt x="1515" y="195"/>
                  </a:cubicBezTo>
                  <a:lnTo>
                    <a:pt x="1537" y="221"/>
                  </a:lnTo>
                  <a:lnTo>
                    <a:pt x="234" y="658"/>
                  </a:lnTo>
                  <a:lnTo>
                    <a:pt x="232" y="621"/>
                  </a:lnTo>
                  <a:cubicBezTo>
                    <a:pt x="235" y="552"/>
                    <a:pt x="280" y="489"/>
                    <a:pt x="347" y="467"/>
                  </a:cubicBezTo>
                  <a:lnTo>
                    <a:pt x="517" y="412"/>
                  </a:lnTo>
                  <a:cubicBezTo>
                    <a:pt x="556" y="398"/>
                    <a:pt x="585" y="369"/>
                    <a:pt x="599" y="329"/>
                  </a:cubicBezTo>
                  <a:cubicBezTo>
                    <a:pt x="612" y="291"/>
                    <a:pt x="606" y="249"/>
                    <a:pt x="584" y="215"/>
                  </a:cubicBezTo>
                  <a:cubicBezTo>
                    <a:pt x="579" y="208"/>
                    <a:pt x="582" y="201"/>
                    <a:pt x="582" y="199"/>
                  </a:cubicBezTo>
                  <a:cubicBezTo>
                    <a:pt x="583" y="196"/>
                    <a:pt x="585" y="189"/>
                    <a:pt x="593" y="187"/>
                  </a:cubicBezTo>
                  <a:lnTo>
                    <a:pt x="964" y="62"/>
                  </a:lnTo>
                  <a:cubicBezTo>
                    <a:pt x="967" y="61"/>
                    <a:pt x="969" y="61"/>
                    <a:pt x="971" y="61"/>
                  </a:cubicBezTo>
                  <a:close/>
                  <a:moveTo>
                    <a:pt x="969" y="1"/>
                  </a:moveTo>
                  <a:cubicBezTo>
                    <a:pt x="960" y="1"/>
                    <a:pt x="952" y="2"/>
                    <a:pt x="943" y="5"/>
                  </a:cubicBezTo>
                  <a:lnTo>
                    <a:pt x="572" y="129"/>
                  </a:lnTo>
                  <a:cubicBezTo>
                    <a:pt x="547" y="138"/>
                    <a:pt x="530" y="155"/>
                    <a:pt x="522" y="178"/>
                  </a:cubicBezTo>
                  <a:cubicBezTo>
                    <a:pt x="514" y="203"/>
                    <a:pt x="517" y="229"/>
                    <a:pt x="531" y="248"/>
                  </a:cubicBezTo>
                  <a:cubicBezTo>
                    <a:pt x="543" y="267"/>
                    <a:pt x="546" y="289"/>
                    <a:pt x="540" y="310"/>
                  </a:cubicBezTo>
                  <a:cubicBezTo>
                    <a:pt x="532" y="330"/>
                    <a:pt x="517" y="346"/>
                    <a:pt x="495" y="353"/>
                  </a:cubicBezTo>
                  <a:lnTo>
                    <a:pt x="326" y="408"/>
                  </a:lnTo>
                  <a:cubicBezTo>
                    <a:pt x="235" y="439"/>
                    <a:pt x="172" y="524"/>
                    <a:pt x="170" y="619"/>
                  </a:cubicBezTo>
                  <a:lnTo>
                    <a:pt x="168" y="675"/>
                  </a:lnTo>
                  <a:lnTo>
                    <a:pt x="1" y="731"/>
                  </a:lnTo>
                  <a:lnTo>
                    <a:pt x="170" y="1237"/>
                  </a:lnTo>
                  <a:lnTo>
                    <a:pt x="1929" y="649"/>
                  </a:lnTo>
                  <a:lnTo>
                    <a:pt x="1763" y="143"/>
                  </a:lnTo>
                  <a:lnTo>
                    <a:pt x="1596" y="199"/>
                  </a:lnTo>
                  <a:lnTo>
                    <a:pt x="1561" y="155"/>
                  </a:lnTo>
                  <a:cubicBezTo>
                    <a:pt x="1517" y="100"/>
                    <a:pt x="1451" y="69"/>
                    <a:pt x="1383" y="69"/>
                  </a:cubicBezTo>
                  <a:cubicBezTo>
                    <a:pt x="1359" y="69"/>
                    <a:pt x="1334" y="73"/>
                    <a:pt x="1310" y="81"/>
                  </a:cubicBezTo>
                  <a:lnTo>
                    <a:pt x="1140" y="138"/>
                  </a:lnTo>
                  <a:cubicBezTo>
                    <a:pt x="1133" y="140"/>
                    <a:pt x="1125" y="141"/>
                    <a:pt x="1118" y="141"/>
                  </a:cubicBezTo>
                  <a:cubicBezTo>
                    <a:pt x="1104" y="141"/>
                    <a:pt x="1091" y="137"/>
                    <a:pt x="1079" y="129"/>
                  </a:cubicBezTo>
                  <a:cubicBezTo>
                    <a:pt x="1060" y="117"/>
                    <a:pt x="1049" y="97"/>
                    <a:pt x="1048" y="76"/>
                  </a:cubicBezTo>
                  <a:cubicBezTo>
                    <a:pt x="1046" y="50"/>
                    <a:pt x="1033" y="29"/>
                    <a:pt x="1013" y="15"/>
                  </a:cubicBezTo>
                  <a:cubicBezTo>
                    <a:pt x="999" y="6"/>
                    <a:pt x="984" y="1"/>
                    <a:pt x="9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Google Shape;973;p29"/>
            <p:cNvSpPr/>
            <p:nvPr/>
          </p:nvSpPr>
          <p:spPr>
            <a:xfrm>
              <a:off x="1745625" y="2764700"/>
              <a:ext cx="58350" cy="24275"/>
            </a:xfrm>
            <a:custGeom>
              <a:avLst/>
              <a:gdLst/>
              <a:ahLst/>
              <a:cxnLst/>
              <a:rect l="l" t="t" r="r" b="b"/>
              <a:pathLst>
                <a:path w="2334" h="971" extrusionOk="0">
                  <a:moveTo>
                    <a:pt x="2165" y="0"/>
                  </a:moveTo>
                  <a:cubicBezTo>
                    <a:pt x="2149" y="0"/>
                    <a:pt x="2133" y="3"/>
                    <a:pt x="2117" y="8"/>
                  </a:cubicBezTo>
                  <a:lnTo>
                    <a:pt x="124" y="674"/>
                  </a:lnTo>
                  <a:cubicBezTo>
                    <a:pt x="44" y="700"/>
                    <a:pt x="1" y="786"/>
                    <a:pt x="28" y="866"/>
                  </a:cubicBezTo>
                  <a:cubicBezTo>
                    <a:pt x="49" y="930"/>
                    <a:pt x="108" y="970"/>
                    <a:pt x="172" y="970"/>
                  </a:cubicBezTo>
                  <a:cubicBezTo>
                    <a:pt x="188" y="970"/>
                    <a:pt x="204" y="968"/>
                    <a:pt x="220" y="962"/>
                  </a:cubicBezTo>
                  <a:lnTo>
                    <a:pt x="2213" y="297"/>
                  </a:lnTo>
                  <a:cubicBezTo>
                    <a:pt x="2291" y="270"/>
                    <a:pt x="2334" y="183"/>
                    <a:pt x="2309" y="105"/>
                  </a:cubicBezTo>
                  <a:cubicBezTo>
                    <a:pt x="2288" y="41"/>
                    <a:pt x="2229" y="0"/>
                    <a:pt x="21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Google Shape;974;p29"/>
            <p:cNvSpPr/>
            <p:nvPr/>
          </p:nvSpPr>
          <p:spPr>
            <a:xfrm>
              <a:off x="1759900" y="2785000"/>
              <a:ext cx="38950" cy="17750"/>
            </a:xfrm>
            <a:custGeom>
              <a:avLst/>
              <a:gdLst/>
              <a:ahLst/>
              <a:cxnLst/>
              <a:rect l="l" t="t" r="r" b="b"/>
              <a:pathLst>
                <a:path w="1558" h="710" extrusionOk="0">
                  <a:moveTo>
                    <a:pt x="1387" y="0"/>
                  </a:moveTo>
                  <a:cubicBezTo>
                    <a:pt x="1371" y="0"/>
                    <a:pt x="1354" y="3"/>
                    <a:pt x="1338" y="8"/>
                  </a:cubicBezTo>
                  <a:lnTo>
                    <a:pt x="123" y="413"/>
                  </a:lnTo>
                  <a:cubicBezTo>
                    <a:pt x="43" y="439"/>
                    <a:pt x="0" y="525"/>
                    <a:pt x="27" y="605"/>
                  </a:cubicBezTo>
                  <a:cubicBezTo>
                    <a:pt x="48" y="669"/>
                    <a:pt x="107" y="709"/>
                    <a:pt x="171" y="709"/>
                  </a:cubicBezTo>
                  <a:cubicBezTo>
                    <a:pt x="187" y="709"/>
                    <a:pt x="203" y="707"/>
                    <a:pt x="219" y="701"/>
                  </a:cubicBezTo>
                  <a:lnTo>
                    <a:pt x="1434" y="297"/>
                  </a:lnTo>
                  <a:cubicBezTo>
                    <a:pt x="1513" y="270"/>
                    <a:pt x="1557" y="185"/>
                    <a:pt x="1531" y="104"/>
                  </a:cubicBezTo>
                  <a:cubicBezTo>
                    <a:pt x="1509" y="40"/>
                    <a:pt x="1450" y="0"/>
                    <a:pt x="138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Google Shape;975;p29"/>
            <p:cNvSpPr/>
            <p:nvPr/>
          </p:nvSpPr>
          <p:spPr>
            <a:xfrm>
              <a:off x="1766250" y="2804050"/>
              <a:ext cx="38925" cy="17775"/>
            </a:xfrm>
            <a:custGeom>
              <a:avLst/>
              <a:gdLst/>
              <a:ahLst/>
              <a:cxnLst/>
              <a:rect l="l" t="t" r="r" b="b"/>
              <a:pathLst>
                <a:path w="1557" h="711" extrusionOk="0">
                  <a:moveTo>
                    <a:pt x="1388" y="1"/>
                  </a:moveTo>
                  <a:cubicBezTo>
                    <a:pt x="1372" y="1"/>
                    <a:pt x="1356" y="3"/>
                    <a:pt x="1340" y="9"/>
                  </a:cubicBezTo>
                  <a:lnTo>
                    <a:pt x="124" y="414"/>
                  </a:lnTo>
                  <a:cubicBezTo>
                    <a:pt x="43" y="441"/>
                    <a:pt x="1" y="527"/>
                    <a:pt x="27" y="607"/>
                  </a:cubicBezTo>
                  <a:cubicBezTo>
                    <a:pt x="49" y="671"/>
                    <a:pt x="108" y="711"/>
                    <a:pt x="171" y="711"/>
                  </a:cubicBezTo>
                  <a:cubicBezTo>
                    <a:pt x="187" y="711"/>
                    <a:pt x="204" y="708"/>
                    <a:pt x="220" y="703"/>
                  </a:cubicBezTo>
                  <a:lnTo>
                    <a:pt x="1436" y="298"/>
                  </a:lnTo>
                  <a:cubicBezTo>
                    <a:pt x="1514" y="271"/>
                    <a:pt x="1557" y="185"/>
                    <a:pt x="1532" y="105"/>
                  </a:cubicBezTo>
                  <a:cubicBezTo>
                    <a:pt x="1511" y="41"/>
                    <a:pt x="1452" y="1"/>
                    <a:pt x="138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76" name="Google Shape;976;p29"/>
          <p:cNvSpPr txBox="1">
            <a:spLocks noGrp="1"/>
          </p:cNvSpPr>
          <p:nvPr>
            <p:ph type="subTitle" idx="4294967295"/>
          </p:nvPr>
        </p:nvSpPr>
        <p:spPr>
          <a:xfrm>
            <a:off x="2382775" y="3420575"/>
            <a:ext cx="4378500" cy="409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Here is where your presentation begins</a:t>
            </a:r>
            <a:endParaRPr/>
          </a:p>
        </p:txBody>
      </p:sp>
      <p:sp>
        <p:nvSpPr>
          <p:cNvPr id="977" name="Google Shape;977;p29"/>
          <p:cNvSpPr txBox="1">
            <a:spLocks noGrp="1"/>
          </p:cNvSpPr>
          <p:nvPr>
            <p:ph type="subTitle" idx="1"/>
          </p:nvPr>
        </p:nvSpPr>
        <p:spPr>
          <a:xfrm>
            <a:off x="2382775" y="3420575"/>
            <a:ext cx="4378500" cy="40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By: Dr. Riffat Ibrahim Riffat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6" name="Google Shape;1036;p33"/>
          <p:cNvSpPr txBox="1">
            <a:spLocks noGrp="1"/>
          </p:cNvSpPr>
          <p:nvPr>
            <p:ph type="title"/>
          </p:nvPr>
        </p:nvSpPr>
        <p:spPr>
          <a:xfrm>
            <a:off x="723900" y="0"/>
            <a:ext cx="7696200" cy="123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US" sz="3200" dirty="0"/>
              <a:t>What is a Protocol ?</a:t>
            </a:r>
          </a:p>
        </p:txBody>
      </p:sp>
      <p:sp>
        <p:nvSpPr>
          <p:cNvPr id="1037" name="Google Shape;1037;p33"/>
          <p:cNvSpPr txBox="1">
            <a:spLocks noGrp="1"/>
          </p:cNvSpPr>
          <p:nvPr>
            <p:ph type="body" idx="1"/>
          </p:nvPr>
        </p:nvSpPr>
        <p:spPr>
          <a:xfrm>
            <a:off x="256268" y="1047750"/>
            <a:ext cx="8631463" cy="214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indent="-457200"/>
            <a:r>
              <a:rPr lang="en-US" sz="2400" dirty="0"/>
              <a:t>Gives detailed schedule of tests, procedures, medications, dosages, Sample size and length of the study.</a:t>
            </a:r>
          </a:p>
          <a:p>
            <a:pPr marL="0" indent="0">
              <a:buNone/>
            </a:pPr>
            <a:endParaRPr lang="en-US" sz="2400" dirty="0"/>
          </a:p>
          <a:p>
            <a:pPr indent="-457200"/>
            <a:r>
              <a:rPr lang="en-US" sz="2400" dirty="0"/>
              <a:t>Describes what types of people may participate in the trial (inclusion and exclusion criteria) .</a:t>
            </a:r>
          </a:p>
          <a:p>
            <a:pPr marL="0" indent="0">
              <a:buNone/>
            </a:pPr>
            <a:endParaRPr lang="en-US" sz="2400" dirty="0"/>
          </a:p>
          <a:p>
            <a:pPr indent="-457200"/>
            <a:r>
              <a:rPr lang="en-US" sz="2400" dirty="0"/>
              <a:t>Principal Investigator is responsible for assuring that the protocol is strictly followed for each participant </a:t>
            </a:r>
            <a:endParaRPr sz="2400" dirty="0"/>
          </a:p>
        </p:txBody>
      </p:sp>
      <p:sp>
        <p:nvSpPr>
          <p:cNvPr id="1038" name="Google Shape;1038;p33"/>
          <p:cNvSpPr/>
          <p:nvPr/>
        </p:nvSpPr>
        <p:spPr>
          <a:xfrm>
            <a:off x="2875741" y="4759699"/>
            <a:ext cx="262990" cy="262976"/>
          </a:xfrm>
          <a:custGeom>
            <a:avLst/>
            <a:gdLst/>
            <a:ahLst/>
            <a:cxnLst/>
            <a:rect l="l" t="t" r="r" b="b"/>
            <a:pathLst>
              <a:path w="1837" h="1837" fill="none" extrusionOk="0">
                <a:moveTo>
                  <a:pt x="128" y="1232"/>
                </a:moveTo>
                <a:lnTo>
                  <a:pt x="605" y="1232"/>
                </a:lnTo>
                <a:lnTo>
                  <a:pt x="605" y="1709"/>
                </a:lnTo>
                <a:cubicBezTo>
                  <a:pt x="605" y="1778"/>
                  <a:pt x="661" y="1836"/>
                  <a:pt x="733" y="1836"/>
                </a:cubicBezTo>
                <a:lnTo>
                  <a:pt x="1105" y="1836"/>
                </a:lnTo>
                <a:cubicBezTo>
                  <a:pt x="1174" y="1836"/>
                  <a:pt x="1232" y="1781"/>
                  <a:pt x="1232" y="1709"/>
                </a:cubicBezTo>
                <a:lnTo>
                  <a:pt x="1232" y="1232"/>
                </a:lnTo>
                <a:lnTo>
                  <a:pt x="1709" y="1232"/>
                </a:lnTo>
                <a:cubicBezTo>
                  <a:pt x="1779" y="1232"/>
                  <a:pt x="1836" y="1175"/>
                  <a:pt x="1836" y="1105"/>
                </a:cubicBezTo>
                <a:lnTo>
                  <a:pt x="1836" y="732"/>
                </a:lnTo>
                <a:cubicBezTo>
                  <a:pt x="1836" y="662"/>
                  <a:pt x="1781" y="605"/>
                  <a:pt x="1709" y="605"/>
                </a:cubicBezTo>
                <a:lnTo>
                  <a:pt x="1232" y="605"/>
                </a:lnTo>
                <a:lnTo>
                  <a:pt x="1232" y="127"/>
                </a:lnTo>
                <a:cubicBezTo>
                  <a:pt x="1232" y="57"/>
                  <a:pt x="1176" y="1"/>
                  <a:pt x="1105" y="1"/>
                </a:cubicBezTo>
                <a:lnTo>
                  <a:pt x="733" y="1"/>
                </a:lnTo>
                <a:cubicBezTo>
                  <a:pt x="663" y="1"/>
                  <a:pt x="605" y="56"/>
                  <a:pt x="605" y="127"/>
                </a:cubicBezTo>
                <a:lnTo>
                  <a:pt x="605" y="605"/>
                </a:lnTo>
                <a:lnTo>
                  <a:pt x="128" y="605"/>
                </a:lnTo>
                <a:cubicBezTo>
                  <a:pt x="59" y="605"/>
                  <a:pt x="1" y="661"/>
                  <a:pt x="1" y="732"/>
                </a:cubicBezTo>
                <a:lnTo>
                  <a:pt x="1" y="1105"/>
                </a:lnTo>
                <a:cubicBezTo>
                  <a:pt x="1" y="1174"/>
                  <a:pt x="59" y="1232"/>
                  <a:pt x="128" y="1232"/>
                </a:cubicBezTo>
                <a:close/>
              </a:path>
            </a:pathLst>
          </a:custGeom>
          <a:noFill/>
          <a:ln w="675" cap="flat" cmpd="sng">
            <a:solidFill>
              <a:srgbClr val="C4CBF7"/>
            </a:solidFill>
            <a:prstDash val="solid"/>
            <a:miter lim="1069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241707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5">
          <a:extLst>
            <a:ext uri="{FF2B5EF4-FFF2-40B4-BE49-F238E27FC236}">
              <a16:creationId xmlns:a16="http://schemas.microsoft.com/office/drawing/2014/main" id="{7D8086A3-3DF9-8AB3-7F41-39D2F13B2B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6" name="Google Shape;1036;p33">
            <a:extLst>
              <a:ext uri="{FF2B5EF4-FFF2-40B4-BE49-F238E27FC236}">
                <a16:creationId xmlns:a16="http://schemas.microsoft.com/office/drawing/2014/main" id="{8F1351BB-2C93-29C9-1B0B-475AC3B5D9E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3900" y="0"/>
            <a:ext cx="7696200" cy="123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US" sz="3600" dirty="0"/>
              <a:t>H0 Hypothesis:</a:t>
            </a:r>
          </a:p>
        </p:txBody>
      </p:sp>
      <p:sp>
        <p:nvSpPr>
          <p:cNvPr id="1037" name="Google Shape;1037;p33">
            <a:extLst>
              <a:ext uri="{FF2B5EF4-FFF2-40B4-BE49-F238E27FC236}">
                <a16:creationId xmlns:a16="http://schemas.microsoft.com/office/drawing/2014/main" id="{E4751613-2E02-DADF-43B0-C71BB45C4F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645983"/>
            <a:ext cx="8763000" cy="398604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indent="-457200"/>
            <a:r>
              <a:rPr lang="en-US" sz="2800" dirty="0"/>
              <a:t>Null Hypothesis Predicts that no differences between two variables.</a:t>
            </a:r>
          </a:p>
          <a:p>
            <a:pPr indent="-457200"/>
            <a:endParaRPr lang="en-US" sz="2800" dirty="0"/>
          </a:p>
          <a:p>
            <a:pPr indent="-457200"/>
            <a:r>
              <a:rPr lang="en-US" sz="2800" dirty="0"/>
              <a:t>So, in a clinical trial we proof the concept relying on the H0 hypothesis.</a:t>
            </a:r>
            <a:endParaRPr sz="2800" dirty="0"/>
          </a:p>
        </p:txBody>
      </p:sp>
      <p:sp>
        <p:nvSpPr>
          <p:cNvPr id="1038" name="Google Shape;1038;p33">
            <a:extLst>
              <a:ext uri="{FF2B5EF4-FFF2-40B4-BE49-F238E27FC236}">
                <a16:creationId xmlns:a16="http://schemas.microsoft.com/office/drawing/2014/main" id="{B3FCAA02-8604-C1DD-44B5-F61B98C4E263}"/>
              </a:ext>
            </a:extLst>
          </p:cNvPr>
          <p:cNvSpPr/>
          <p:nvPr/>
        </p:nvSpPr>
        <p:spPr>
          <a:xfrm>
            <a:off x="2875741" y="4759699"/>
            <a:ext cx="262990" cy="262976"/>
          </a:xfrm>
          <a:custGeom>
            <a:avLst/>
            <a:gdLst/>
            <a:ahLst/>
            <a:cxnLst/>
            <a:rect l="l" t="t" r="r" b="b"/>
            <a:pathLst>
              <a:path w="1837" h="1837" fill="none" extrusionOk="0">
                <a:moveTo>
                  <a:pt x="128" y="1232"/>
                </a:moveTo>
                <a:lnTo>
                  <a:pt x="605" y="1232"/>
                </a:lnTo>
                <a:lnTo>
                  <a:pt x="605" y="1709"/>
                </a:lnTo>
                <a:cubicBezTo>
                  <a:pt x="605" y="1778"/>
                  <a:pt x="661" y="1836"/>
                  <a:pt x="733" y="1836"/>
                </a:cubicBezTo>
                <a:lnTo>
                  <a:pt x="1105" y="1836"/>
                </a:lnTo>
                <a:cubicBezTo>
                  <a:pt x="1174" y="1836"/>
                  <a:pt x="1232" y="1781"/>
                  <a:pt x="1232" y="1709"/>
                </a:cubicBezTo>
                <a:lnTo>
                  <a:pt x="1232" y="1232"/>
                </a:lnTo>
                <a:lnTo>
                  <a:pt x="1709" y="1232"/>
                </a:lnTo>
                <a:cubicBezTo>
                  <a:pt x="1779" y="1232"/>
                  <a:pt x="1836" y="1175"/>
                  <a:pt x="1836" y="1105"/>
                </a:cubicBezTo>
                <a:lnTo>
                  <a:pt x="1836" y="732"/>
                </a:lnTo>
                <a:cubicBezTo>
                  <a:pt x="1836" y="662"/>
                  <a:pt x="1781" y="605"/>
                  <a:pt x="1709" y="605"/>
                </a:cubicBezTo>
                <a:lnTo>
                  <a:pt x="1232" y="605"/>
                </a:lnTo>
                <a:lnTo>
                  <a:pt x="1232" y="127"/>
                </a:lnTo>
                <a:cubicBezTo>
                  <a:pt x="1232" y="57"/>
                  <a:pt x="1176" y="1"/>
                  <a:pt x="1105" y="1"/>
                </a:cubicBezTo>
                <a:lnTo>
                  <a:pt x="733" y="1"/>
                </a:lnTo>
                <a:cubicBezTo>
                  <a:pt x="663" y="1"/>
                  <a:pt x="605" y="56"/>
                  <a:pt x="605" y="127"/>
                </a:cubicBezTo>
                <a:lnTo>
                  <a:pt x="605" y="605"/>
                </a:lnTo>
                <a:lnTo>
                  <a:pt x="128" y="605"/>
                </a:lnTo>
                <a:cubicBezTo>
                  <a:pt x="59" y="605"/>
                  <a:pt x="1" y="661"/>
                  <a:pt x="1" y="732"/>
                </a:cubicBezTo>
                <a:lnTo>
                  <a:pt x="1" y="1105"/>
                </a:lnTo>
                <a:cubicBezTo>
                  <a:pt x="1" y="1174"/>
                  <a:pt x="59" y="1232"/>
                  <a:pt x="128" y="1232"/>
                </a:cubicBezTo>
                <a:close/>
              </a:path>
            </a:pathLst>
          </a:custGeom>
          <a:noFill/>
          <a:ln w="675" cap="flat" cmpd="sng">
            <a:solidFill>
              <a:srgbClr val="C4CBF7"/>
            </a:solidFill>
            <a:prstDash val="solid"/>
            <a:miter lim="1069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1A44EA1-4B60-621F-A74B-0F056E500F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0" y="3005615"/>
            <a:ext cx="6172200" cy="213788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12056496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5">
          <a:extLst>
            <a:ext uri="{FF2B5EF4-FFF2-40B4-BE49-F238E27FC236}">
              <a16:creationId xmlns:a16="http://schemas.microsoft.com/office/drawing/2014/main" id="{E75B7CE5-0A82-E486-DEA7-14C56399FC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6" name="Google Shape;1036;p33">
            <a:extLst>
              <a:ext uri="{FF2B5EF4-FFF2-40B4-BE49-F238E27FC236}">
                <a16:creationId xmlns:a16="http://schemas.microsoft.com/office/drawing/2014/main" id="{0020ABCE-6109-3121-857D-301441B9354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3900" y="0"/>
            <a:ext cx="7696200" cy="123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US" sz="3200" dirty="0"/>
              <a:t>Precision &amp; Power of the study</a:t>
            </a:r>
          </a:p>
        </p:txBody>
      </p:sp>
      <p:sp>
        <p:nvSpPr>
          <p:cNvPr id="1037" name="Google Shape;1037;p33">
            <a:extLst>
              <a:ext uri="{FF2B5EF4-FFF2-40B4-BE49-F238E27FC236}">
                <a16:creationId xmlns:a16="http://schemas.microsoft.com/office/drawing/2014/main" id="{CA4CA067-C040-3F59-8A4D-B63E4D44056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04800" y="871708"/>
            <a:ext cx="8763000" cy="398604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indent="-457200"/>
            <a:r>
              <a:rPr lang="en-US" sz="2800" dirty="0"/>
              <a:t>Error type 1 (Alpha) : affects precision of the clinical study. The possibility of error type 1 ( False positive) to occur is 5% So, The precision is 95% .</a:t>
            </a:r>
          </a:p>
          <a:p>
            <a:pPr marL="0" indent="0">
              <a:buNone/>
            </a:pPr>
            <a:endParaRPr lang="en-US" sz="2800" dirty="0"/>
          </a:p>
          <a:p>
            <a:pPr indent="-457200"/>
            <a:r>
              <a:rPr lang="en-US" sz="2800" dirty="0"/>
              <a:t>Error type 2 ( Beta ): affects power of the clinical study. </a:t>
            </a:r>
          </a:p>
          <a:p>
            <a:pPr marL="0" indent="0">
              <a:buNone/>
            </a:pPr>
            <a:endParaRPr lang="en-US" sz="2800" dirty="0"/>
          </a:p>
          <a:p>
            <a:pPr indent="-457200"/>
            <a:r>
              <a:rPr lang="en-US" sz="2800" dirty="0"/>
              <a:t>The possibility of error type 2 ( False negative ) to occur is 20%, So the power is 80% .</a:t>
            </a:r>
          </a:p>
          <a:p>
            <a:pPr marL="0" indent="0">
              <a:buNone/>
            </a:pPr>
            <a:endParaRPr lang="en-US" sz="2800" dirty="0"/>
          </a:p>
        </p:txBody>
      </p:sp>
      <p:sp>
        <p:nvSpPr>
          <p:cNvPr id="1038" name="Google Shape;1038;p33">
            <a:extLst>
              <a:ext uri="{FF2B5EF4-FFF2-40B4-BE49-F238E27FC236}">
                <a16:creationId xmlns:a16="http://schemas.microsoft.com/office/drawing/2014/main" id="{03300F8C-8890-6353-D3F1-3569F3BC52A0}"/>
              </a:ext>
            </a:extLst>
          </p:cNvPr>
          <p:cNvSpPr/>
          <p:nvPr/>
        </p:nvSpPr>
        <p:spPr>
          <a:xfrm>
            <a:off x="2875741" y="4759699"/>
            <a:ext cx="262990" cy="262976"/>
          </a:xfrm>
          <a:custGeom>
            <a:avLst/>
            <a:gdLst/>
            <a:ahLst/>
            <a:cxnLst/>
            <a:rect l="l" t="t" r="r" b="b"/>
            <a:pathLst>
              <a:path w="1837" h="1837" fill="none" extrusionOk="0">
                <a:moveTo>
                  <a:pt x="128" y="1232"/>
                </a:moveTo>
                <a:lnTo>
                  <a:pt x="605" y="1232"/>
                </a:lnTo>
                <a:lnTo>
                  <a:pt x="605" y="1709"/>
                </a:lnTo>
                <a:cubicBezTo>
                  <a:pt x="605" y="1778"/>
                  <a:pt x="661" y="1836"/>
                  <a:pt x="733" y="1836"/>
                </a:cubicBezTo>
                <a:lnTo>
                  <a:pt x="1105" y="1836"/>
                </a:lnTo>
                <a:cubicBezTo>
                  <a:pt x="1174" y="1836"/>
                  <a:pt x="1232" y="1781"/>
                  <a:pt x="1232" y="1709"/>
                </a:cubicBezTo>
                <a:lnTo>
                  <a:pt x="1232" y="1232"/>
                </a:lnTo>
                <a:lnTo>
                  <a:pt x="1709" y="1232"/>
                </a:lnTo>
                <a:cubicBezTo>
                  <a:pt x="1779" y="1232"/>
                  <a:pt x="1836" y="1175"/>
                  <a:pt x="1836" y="1105"/>
                </a:cubicBezTo>
                <a:lnTo>
                  <a:pt x="1836" y="732"/>
                </a:lnTo>
                <a:cubicBezTo>
                  <a:pt x="1836" y="662"/>
                  <a:pt x="1781" y="605"/>
                  <a:pt x="1709" y="605"/>
                </a:cubicBezTo>
                <a:lnTo>
                  <a:pt x="1232" y="605"/>
                </a:lnTo>
                <a:lnTo>
                  <a:pt x="1232" y="127"/>
                </a:lnTo>
                <a:cubicBezTo>
                  <a:pt x="1232" y="57"/>
                  <a:pt x="1176" y="1"/>
                  <a:pt x="1105" y="1"/>
                </a:cubicBezTo>
                <a:lnTo>
                  <a:pt x="733" y="1"/>
                </a:lnTo>
                <a:cubicBezTo>
                  <a:pt x="663" y="1"/>
                  <a:pt x="605" y="56"/>
                  <a:pt x="605" y="127"/>
                </a:cubicBezTo>
                <a:lnTo>
                  <a:pt x="605" y="605"/>
                </a:lnTo>
                <a:lnTo>
                  <a:pt x="128" y="605"/>
                </a:lnTo>
                <a:cubicBezTo>
                  <a:pt x="59" y="605"/>
                  <a:pt x="1" y="661"/>
                  <a:pt x="1" y="732"/>
                </a:cubicBezTo>
                <a:lnTo>
                  <a:pt x="1" y="1105"/>
                </a:lnTo>
                <a:cubicBezTo>
                  <a:pt x="1" y="1174"/>
                  <a:pt x="59" y="1232"/>
                  <a:pt x="128" y="1232"/>
                </a:cubicBezTo>
                <a:close/>
              </a:path>
            </a:pathLst>
          </a:custGeom>
          <a:noFill/>
          <a:ln w="675" cap="flat" cmpd="sng">
            <a:solidFill>
              <a:srgbClr val="C4CBF7"/>
            </a:solidFill>
            <a:prstDash val="solid"/>
            <a:miter lim="1069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57993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5">
          <a:extLst>
            <a:ext uri="{FF2B5EF4-FFF2-40B4-BE49-F238E27FC236}">
              <a16:creationId xmlns:a16="http://schemas.microsoft.com/office/drawing/2014/main" id="{990F1F17-7888-0181-5C17-5E6750EAB6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7" name="Google Shape;1037;p33">
            <a:extLst>
              <a:ext uri="{FF2B5EF4-FFF2-40B4-BE49-F238E27FC236}">
                <a16:creationId xmlns:a16="http://schemas.microsoft.com/office/drawing/2014/main" id="{79F0E231-056B-568F-E95B-657C9E84945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7381" y="438150"/>
            <a:ext cx="8763000" cy="398604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indent="-457200"/>
            <a:r>
              <a:rPr lang="en-US" sz="2400" dirty="0"/>
              <a:t>If the fact says that : there is no differences between the current &amp; New drugs ( The fact supports H0 ) and your decision is : there is a difference between them , So your decision is False positive is an Error type 1 ( Alpha ) .</a:t>
            </a:r>
          </a:p>
          <a:p>
            <a:pPr marL="0" indent="0">
              <a:buNone/>
            </a:pPr>
            <a:endParaRPr lang="en-US" sz="2400" dirty="0"/>
          </a:p>
          <a:p>
            <a:pPr indent="-457200"/>
            <a:r>
              <a:rPr lang="en-US" sz="2400" dirty="0"/>
              <a:t>But if your decision is : there is no difference between them , so your decision is correct ( 1-α ) .If the fact says that: there is difference between current &amp; New drugs, but your decision is : there is no difference between them , so your decision is False negative is an error type 2 (β).</a:t>
            </a:r>
          </a:p>
        </p:txBody>
      </p:sp>
      <p:sp>
        <p:nvSpPr>
          <p:cNvPr id="1038" name="Google Shape;1038;p33">
            <a:extLst>
              <a:ext uri="{FF2B5EF4-FFF2-40B4-BE49-F238E27FC236}">
                <a16:creationId xmlns:a16="http://schemas.microsoft.com/office/drawing/2014/main" id="{04B752DF-C234-4F76-8DBB-DD3AAC8C5164}"/>
              </a:ext>
            </a:extLst>
          </p:cNvPr>
          <p:cNvSpPr/>
          <p:nvPr/>
        </p:nvSpPr>
        <p:spPr>
          <a:xfrm>
            <a:off x="2875741" y="4759699"/>
            <a:ext cx="262990" cy="262976"/>
          </a:xfrm>
          <a:custGeom>
            <a:avLst/>
            <a:gdLst/>
            <a:ahLst/>
            <a:cxnLst/>
            <a:rect l="l" t="t" r="r" b="b"/>
            <a:pathLst>
              <a:path w="1837" h="1837" fill="none" extrusionOk="0">
                <a:moveTo>
                  <a:pt x="128" y="1232"/>
                </a:moveTo>
                <a:lnTo>
                  <a:pt x="605" y="1232"/>
                </a:lnTo>
                <a:lnTo>
                  <a:pt x="605" y="1709"/>
                </a:lnTo>
                <a:cubicBezTo>
                  <a:pt x="605" y="1778"/>
                  <a:pt x="661" y="1836"/>
                  <a:pt x="733" y="1836"/>
                </a:cubicBezTo>
                <a:lnTo>
                  <a:pt x="1105" y="1836"/>
                </a:lnTo>
                <a:cubicBezTo>
                  <a:pt x="1174" y="1836"/>
                  <a:pt x="1232" y="1781"/>
                  <a:pt x="1232" y="1709"/>
                </a:cubicBezTo>
                <a:lnTo>
                  <a:pt x="1232" y="1232"/>
                </a:lnTo>
                <a:lnTo>
                  <a:pt x="1709" y="1232"/>
                </a:lnTo>
                <a:cubicBezTo>
                  <a:pt x="1779" y="1232"/>
                  <a:pt x="1836" y="1175"/>
                  <a:pt x="1836" y="1105"/>
                </a:cubicBezTo>
                <a:lnTo>
                  <a:pt x="1836" y="732"/>
                </a:lnTo>
                <a:cubicBezTo>
                  <a:pt x="1836" y="662"/>
                  <a:pt x="1781" y="605"/>
                  <a:pt x="1709" y="605"/>
                </a:cubicBezTo>
                <a:lnTo>
                  <a:pt x="1232" y="605"/>
                </a:lnTo>
                <a:lnTo>
                  <a:pt x="1232" y="127"/>
                </a:lnTo>
                <a:cubicBezTo>
                  <a:pt x="1232" y="57"/>
                  <a:pt x="1176" y="1"/>
                  <a:pt x="1105" y="1"/>
                </a:cubicBezTo>
                <a:lnTo>
                  <a:pt x="733" y="1"/>
                </a:lnTo>
                <a:cubicBezTo>
                  <a:pt x="663" y="1"/>
                  <a:pt x="605" y="56"/>
                  <a:pt x="605" y="127"/>
                </a:cubicBezTo>
                <a:lnTo>
                  <a:pt x="605" y="605"/>
                </a:lnTo>
                <a:lnTo>
                  <a:pt x="128" y="605"/>
                </a:lnTo>
                <a:cubicBezTo>
                  <a:pt x="59" y="605"/>
                  <a:pt x="1" y="661"/>
                  <a:pt x="1" y="732"/>
                </a:cubicBezTo>
                <a:lnTo>
                  <a:pt x="1" y="1105"/>
                </a:lnTo>
                <a:cubicBezTo>
                  <a:pt x="1" y="1174"/>
                  <a:pt x="59" y="1232"/>
                  <a:pt x="128" y="1232"/>
                </a:cubicBezTo>
                <a:close/>
              </a:path>
            </a:pathLst>
          </a:custGeom>
          <a:noFill/>
          <a:ln w="675" cap="flat" cmpd="sng">
            <a:solidFill>
              <a:srgbClr val="C4CBF7"/>
            </a:solidFill>
            <a:prstDash val="solid"/>
            <a:miter lim="1069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775519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5">
          <a:extLst>
            <a:ext uri="{FF2B5EF4-FFF2-40B4-BE49-F238E27FC236}">
              <a16:creationId xmlns:a16="http://schemas.microsoft.com/office/drawing/2014/main" id="{0B8415EE-0B61-186F-0367-7F65201D2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6" name="Google Shape;1036;p33">
            <a:extLst>
              <a:ext uri="{FF2B5EF4-FFF2-40B4-BE49-F238E27FC236}">
                <a16:creationId xmlns:a16="http://schemas.microsoft.com/office/drawing/2014/main" id="{565ADACB-E2C8-074D-AA5B-4E1B5245E6F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3900" y="44050"/>
            <a:ext cx="7696200" cy="123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indent="-457200"/>
            <a:r>
              <a:rPr lang="en-US" sz="3200" dirty="0"/>
              <a:t>Institutional Review Board (IRB) </a:t>
            </a:r>
          </a:p>
        </p:txBody>
      </p:sp>
      <p:sp>
        <p:nvSpPr>
          <p:cNvPr id="1037" name="Google Shape;1037;p33">
            <a:extLst>
              <a:ext uri="{FF2B5EF4-FFF2-40B4-BE49-F238E27FC236}">
                <a16:creationId xmlns:a16="http://schemas.microsoft.com/office/drawing/2014/main" id="{FC8A3E63-C477-5CA4-A2CC-4D09D385C86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56268" y="1276350"/>
            <a:ext cx="8631463" cy="214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3200" dirty="0"/>
              <a:t>D</a:t>
            </a:r>
            <a:r>
              <a:rPr lang="en-US" sz="3200" dirty="0">
                <a:effectLst/>
              </a:rPr>
              <a:t>efinition: A committee of specific composition at an affiliated fair, high school, or institution that reviews research plans involving human subjects to determine potential physical and/or psychological risk.</a:t>
            </a:r>
          </a:p>
          <a:p>
            <a:pPr marL="139700" indent="0">
              <a:buNone/>
            </a:pPr>
            <a:br>
              <a:rPr lang="en-US" sz="3200" dirty="0">
                <a:solidFill>
                  <a:srgbClr val="4D6BFE"/>
                </a:solidFill>
                <a:effectLst/>
              </a:rPr>
            </a:br>
            <a:endParaRPr lang="en-US" sz="2200" b="1" u="sng" dirty="0">
              <a:solidFill>
                <a:schemeClr val="accent1"/>
              </a:solidFill>
            </a:endParaRPr>
          </a:p>
        </p:txBody>
      </p:sp>
      <p:sp>
        <p:nvSpPr>
          <p:cNvPr id="1038" name="Google Shape;1038;p33">
            <a:extLst>
              <a:ext uri="{FF2B5EF4-FFF2-40B4-BE49-F238E27FC236}">
                <a16:creationId xmlns:a16="http://schemas.microsoft.com/office/drawing/2014/main" id="{A0AA76B4-0D52-A32A-18ED-4DDA8D70F6FB}"/>
              </a:ext>
            </a:extLst>
          </p:cNvPr>
          <p:cNvSpPr/>
          <p:nvPr/>
        </p:nvSpPr>
        <p:spPr>
          <a:xfrm>
            <a:off x="2875741" y="4759699"/>
            <a:ext cx="262990" cy="262976"/>
          </a:xfrm>
          <a:custGeom>
            <a:avLst/>
            <a:gdLst/>
            <a:ahLst/>
            <a:cxnLst/>
            <a:rect l="l" t="t" r="r" b="b"/>
            <a:pathLst>
              <a:path w="1837" h="1837" fill="none" extrusionOk="0">
                <a:moveTo>
                  <a:pt x="128" y="1232"/>
                </a:moveTo>
                <a:lnTo>
                  <a:pt x="605" y="1232"/>
                </a:lnTo>
                <a:lnTo>
                  <a:pt x="605" y="1709"/>
                </a:lnTo>
                <a:cubicBezTo>
                  <a:pt x="605" y="1778"/>
                  <a:pt x="661" y="1836"/>
                  <a:pt x="733" y="1836"/>
                </a:cubicBezTo>
                <a:lnTo>
                  <a:pt x="1105" y="1836"/>
                </a:lnTo>
                <a:cubicBezTo>
                  <a:pt x="1174" y="1836"/>
                  <a:pt x="1232" y="1781"/>
                  <a:pt x="1232" y="1709"/>
                </a:cubicBezTo>
                <a:lnTo>
                  <a:pt x="1232" y="1232"/>
                </a:lnTo>
                <a:lnTo>
                  <a:pt x="1709" y="1232"/>
                </a:lnTo>
                <a:cubicBezTo>
                  <a:pt x="1779" y="1232"/>
                  <a:pt x="1836" y="1175"/>
                  <a:pt x="1836" y="1105"/>
                </a:cubicBezTo>
                <a:lnTo>
                  <a:pt x="1836" y="732"/>
                </a:lnTo>
                <a:cubicBezTo>
                  <a:pt x="1836" y="662"/>
                  <a:pt x="1781" y="605"/>
                  <a:pt x="1709" y="605"/>
                </a:cubicBezTo>
                <a:lnTo>
                  <a:pt x="1232" y="605"/>
                </a:lnTo>
                <a:lnTo>
                  <a:pt x="1232" y="127"/>
                </a:lnTo>
                <a:cubicBezTo>
                  <a:pt x="1232" y="57"/>
                  <a:pt x="1176" y="1"/>
                  <a:pt x="1105" y="1"/>
                </a:cubicBezTo>
                <a:lnTo>
                  <a:pt x="733" y="1"/>
                </a:lnTo>
                <a:cubicBezTo>
                  <a:pt x="663" y="1"/>
                  <a:pt x="605" y="56"/>
                  <a:pt x="605" y="127"/>
                </a:cubicBezTo>
                <a:lnTo>
                  <a:pt x="605" y="605"/>
                </a:lnTo>
                <a:lnTo>
                  <a:pt x="128" y="605"/>
                </a:lnTo>
                <a:cubicBezTo>
                  <a:pt x="59" y="605"/>
                  <a:pt x="1" y="661"/>
                  <a:pt x="1" y="732"/>
                </a:cubicBezTo>
                <a:lnTo>
                  <a:pt x="1" y="1105"/>
                </a:lnTo>
                <a:cubicBezTo>
                  <a:pt x="1" y="1174"/>
                  <a:pt x="59" y="1232"/>
                  <a:pt x="128" y="1232"/>
                </a:cubicBezTo>
                <a:close/>
              </a:path>
            </a:pathLst>
          </a:custGeom>
          <a:noFill/>
          <a:ln w="675" cap="flat" cmpd="sng">
            <a:solidFill>
              <a:srgbClr val="C4CBF7"/>
            </a:solidFill>
            <a:prstDash val="solid"/>
            <a:miter lim="1069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699811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5">
          <a:extLst>
            <a:ext uri="{FF2B5EF4-FFF2-40B4-BE49-F238E27FC236}">
              <a16:creationId xmlns:a16="http://schemas.microsoft.com/office/drawing/2014/main" id="{6B45379B-77F7-B8BC-4B65-A9C2964D8A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6" name="Google Shape;1036;p33">
            <a:extLst>
              <a:ext uri="{FF2B5EF4-FFF2-40B4-BE49-F238E27FC236}">
                <a16:creationId xmlns:a16="http://schemas.microsoft.com/office/drawing/2014/main" id="{B1C64DA6-896C-F3E5-AD37-E31DD43DB0D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3900" y="44050"/>
            <a:ext cx="7696200" cy="123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indent="-457200" algn="ctr"/>
            <a:r>
              <a:rPr lang="en-US" sz="3200" dirty="0"/>
              <a:t>What is informed consent?</a:t>
            </a:r>
            <a:endParaRPr lang="en-US" dirty="0"/>
          </a:p>
        </p:txBody>
      </p:sp>
      <p:sp>
        <p:nvSpPr>
          <p:cNvPr id="1037" name="Google Shape;1037;p33">
            <a:extLst>
              <a:ext uri="{FF2B5EF4-FFF2-40B4-BE49-F238E27FC236}">
                <a16:creationId xmlns:a16="http://schemas.microsoft.com/office/drawing/2014/main" id="{F68F6670-B3B6-0CFA-98CF-0FF1B5AEB55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52401" y="742950"/>
            <a:ext cx="8610600" cy="373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2800" dirty="0"/>
              <a:t>Informed consent means asking the data subject for permission before a process after explaining the activity, for what purpose their data will be used, and how it will be processed.</a:t>
            </a:r>
            <a:endParaRPr lang="en-US" sz="2400" b="1" u="sng" dirty="0">
              <a:solidFill>
                <a:schemeClr val="accent1"/>
              </a:solidFill>
            </a:endParaRPr>
          </a:p>
        </p:txBody>
      </p:sp>
      <p:sp>
        <p:nvSpPr>
          <p:cNvPr id="1038" name="Google Shape;1038;p33">
            <a:extLst>
              <a:ext uri="{FF2B5EF4-FFF2-40B4-BE49-F238E27FC236}">
                <a16:creationId xmlns:a16="http://schemas.microsoft.com/office/drawing/2014/main" id="{24540C00-8767-EFF1-9FDE-2B602D6458DC}"/>
              </a:ext>
            </a:extLst>
          </p:cNvPr>
          <p:cNvSpPr/>
          <p:nvPr/>
        </p:nvSpPr>
        <p:spPr>
          <a:xfrm>
            <a:off x="2875741" y="4759699"/>
            <a:ext cx="262990" cy="262976"/>
          </a:xfrm>
          <a:custGeom>
            <a:avLst/>
            <a:gdLst/>
            <a:ahLst/>
            <a:cxnLst/>
            <a:rect l="l" t="t" r="r" b="b"/>
            <a:pathLst>
              <a:path w="1837" h="1837" fill="none" extrusionOk="0">
                <a:moveTo>
                  <a:pt x="128" y="1232"/>
                </a:moveTo>
                <a:lnTo>
                  <a:pt x="605" y="1232"/>
                </a:lnTo>
                <a:lnTo>
                  <a:pt x="605" y="1709"/>
                </a:lnTo>
                <a:cubicBezTo>
                  <a:pt x="605" y="1778"/>
                  <a:pt x="661" y="1836"/>
                  <a:pt x="733" y="1836"/>
                </a:cubicBezTo>
                <a:lnTo>
                  <a:pt x="1105" y="1836"/>
                </a:lnTo>
                <a:cubicBezTo>
                  <a:pt x="1174" y="1836"/>
                  <a:pt x="1232" y="1781"/>
                  <a:pt x="1232" y="1709"/>
                </a:cubicBezTo>
                <a:lnTo>
                  <a:pt x="1232" y="1232"/>
                </a:lnTo>
                <a:lnTo>
                  <a:pt x="1709" y="1232"/>
                </a:lnTo>
                <a:cubicBezTo>
                  <a:pt x="1779" y="1232"/>
                  <a:pt x="1836" y="1175"/>
                  <a:pt x="1836" y="1105"/>
                </a:cubicBezTo>
                <a:lnTo>
                  <a:pt x="1836" y="732"/>
                </a:lnTo>
                <a:cubicBezTo>
                  <a:pt x="1836" y="662"/>
                  <a:pt x="1781" y="605"/>
                  <a:pt x="1709" y="605"/>
                </a:cubicBezTo>
                <a:lnTo>
                  <a:pt x="1232" y="605"/>
                </a:lnTo>
                <a:lnTo>
                  <a:pt x="1232" y="127"/>
                </a:lnTo>
                <a:cubicBezTo>
                  <a:pt x="1232" y="57"/>
                  <a:pt x="1176" y="1"/>
                  <a:pt x="1105" y="1"/>
                </a:cubicBezTo>
                <a:lnTo>
                  <a:pt x="733" y="1"/>
                </a:lnTo>
                <a:cubicBezTo>
                  <a:pt x="663" y="1"/>
                  <a:pt x="605" y="56"/>
                  <a:pt x="605" y="127"/>
                </a:cubicBezTo>
                <a:lnTo>
                  <a:pt x="605" y="605"/>
                </a:lnTo>
                <a:lnTo>
                  <a:pt x="128" y="605"/>
                </a:lnTo>
                <a:cubicBezTo>
                  <a:pt x="59" y="605"/>
                  <a:pt x="1" y="661"/>
                  <a:pt x="1" y="732"/>
                </a:cubicBezTo>
                <a:lnTo>
                  <a:pt x="1" y="1105"/>
                </a:lnTo>
                <a:cubicBezTo>
                  <a:pt x="1" y="1174"/>
                  <a:pt x="59" y="1232"/>
                  <a:pt x="128" y="1232"/>
                </a:cubicBezTo>
                <a:close/>
              </a:path>
            </a:pathLst>
          </a:custGeom>
          <a:noFill/>
          <a:ln w="675" cap="flat" cmpd="sng">
            <a:solidFill>
              <a:srgbClr val="C4CBF7"/>
            </a:solidFill>
            <a:prstDash val="solid"/>
            <a:miter lim="1069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710952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5">
          <a:extLst>
            <a:ext uri="{FF2B5EF4-FFF2-40B4-BE49-F238E27FC236}">
              <a16:creationId xmlns:a16="http://schemas.microsoft.com/office/drawing/2014/main" id="{45C00849-A6C7-C7CD-6E1F-DA4529E3FC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6" name="Google Shape;1036;p33">
            <a:extLst>
              <a:ext uri="{FF2B5EF4-FFF2-40B4-BE49-F238E27FC236}">
                <a16:creationId xmlns:a16="http://schemas.microsoft.com/office/drawing/2014/main" id="{FC94E869-3A3F-F275-2A96-98F72241582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0031" y="0"/>
            <a:ext cx="7696200" cy="123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-US" sz="3600" dirty="0"/>
              <a:t>Participants must fulfill the following criteria:</a:t>
            </a:r>
          </a:p>
        </p:txBody>
      </p:sp>
      <p:sp>
        <p:nvSpPr>
          <p:cNvPr id="1037" name="Google Shape;1037;p33">
            <a:extLst>
              <a:ext uri="{FF2B5EF4-FFF2-40B4-BE49-F238E27FC236}">
                <a16:creationId xmlns:a16="http://schemas.microsoft.com/office/drawing/2014/main" id="{508B930E-8D3B-3BD4-15B5-03670208420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1657350"/>
            <a:ext cx="8631463" cy="214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indent="-457200"/>
            <a:r>
              <a:rPr lang="en-US" sz="2800" dirty="0"/>
              <a:t>Must give informed consent. </a:t>
            </a:r>
          </a:p>
          <a:p>
            <a:pPr indent="-457200"/>
            <a:r>
              <a:rPr lang="en-US" sz="2800" dirty="0"/>
              <a:t>Should be representative of the population. </a:t>
            </a:r>
          </a:p>
          <a:p>
            <a:pPr indent="-457200"/>
            <a:r>
              <a:rPr lang="en-US" sz="2800" dirty="0"/>
              <a:t>Should be qualified or eligible(Psychologically) for the trial</a:t>
            </a:r>
            <a:endParaRPr sz="800" b="1" u="sng" dirty="0">
              <a:solidFill>
                <a:schemeClr val="accent1"/>
              </a:solidFill>
            </a:endParaRPr>
          </a:p>
        </p:txBody>
      </p:sp>
      <p:sp>
        <p:nvSpPr>
          <p:cNvPr id="1038" name="Google Shape;1038;p33">
            <a:extLst>
              <a:ext uri="{FF2B5EF4-FFF2-40B4-BE49-F238E27FC236}">
                <a16:creationId xmlns:a16="http://schemas.microsoft.com/office/drawing/2014/main" id="{1FC1D1F3-A19C-7AFF-3D5C-449FC56BF33B}"/>
              </a:ext>
            </a:extLst>
          </p:cNvPr>
          <p:cNvSpPr/>
          <p:nvPr/>
        </p:nvSpPr>
        <p:spPr>
          <a:xfrm>
            <a:off x="2875741" y="4759699"/>
            <a:ext cx="262990" cy="262976"/>
          </a:xfrm>
          <a:custGeom>
            <a:avLst/>
            <a:gdLst/>
            <a:ahLst/>
            <a:cxnLst/>
            <a:rect l="l" t="t" r="r" b="b"/>
            <a:pathLst>
              <a:path w="1837" h="1837" fill="none" extrusionOk="0">
                <a:moveTo>
                  <a:pt x="128" y="1232"/>
                </a:moveTo>
                <a:lnTo>
                  <a:pt x="605" y="1232"/>
                </a:lnTo>
                <a:lnTo>
                  <a:pt x="605" y="1709"/>
                </a:lnTo>
                <a:cubicBezTo>
                  <a:pt x="605" y="1778"/>
                  <a:pt x="661" y="1836"/>
                  <a:pt x="733" y="1836"/>
                </a:cubicBezTo>
                <a:lnTo>
                  <a:pt x="1105" y="1836"/>
                </a:lnTo>
                <a:cubicBezTo>
                  <a:pt x="1174" y="1836"/>
                  <a:pt x="1232" y="1781"/>
                  <a:pt x="1232" y="1709"/>
                </a:cubicBezTo>
                <a:lnTo>
                  <a:pt x="1232" y="1232"/>
                </a:lnTo>
                <a:lnTo>
                  <a:pt x="1709" y="1232"/>
                </a:lnTo>
                <a:cubicBezTo>
                  <a:pt x="1779" y="1232"/>
                  <a:pt x="1836" y="1175"/>
                  <a:pt x="1836" y="1105"/>
                </a:cubicBezTo>
                <a:lnTo>
                  <a:pt x="1836" y="732"/>
                </a:lnTo>
                <a:cubicBezTo>
                  <a:pt x="1836" y="662"/>
                  <a:pt x="1781" y="605"/>
                  <a:pt x="1709" y="605"/>
                </a:cubicBezTo>
                <a:lnTo>
                  <a:pt x="1232" y="605"/>
                </a:lnTo>
                <a:lnTo>
                  <a:pt x="1232" y="127"/>
                </a:lnTo>
                <a:cubicBezTo>
                  <a:pt x="1232" y="57"/>
                  <a:pt x="1176" y="1"/>
                  <a:pt x="1105" y="1"/>
                </a:cubicBezTo>
                <a:lnTo>
                  <a:pt x="733" y="1"/>
                </a:lnTo>
                <a:cubicBezTo>
                  <a:pt x="663" y="1"/>
                  <a:pt x="605" y="56"/>
                  <a:pt x="605" y="127"/>
                </a:cubicBezTo>
                <a:lnTo>
                  <a:pt x="605" y="605"/>
                </a:lnTo>
                <a:lnTo>
                  <a:pt x="128" y="605"/>
                </a:lnTo>
                <a:cubicBezTo>
                  <a:pt x="59" y="605"/>
                  <a:pt x="1" y="661"/>
                  <a:pt x="1" y="732"/>
                </a:cubicBezTo>
                <a:lnTo>
                  <a:pt x="1" y="1105"/>
                </a:lnTo>
                <a:cubicBezTo>
                  <a:pt x="1" y="1174"/>
                  <a:pt x="59" y="1232"/>
                  <a:pt x="128" y="1232"/>
                </a:cubicBezTo>
                <a:close/>
              </a:path>
            </a:pathLst>
          </a:custGeom>
          <a:noFill/>
          <a:ln w="675" cap="flat" cmpd="sng">
            <a:solidFill>
              <a:srgbClr val="C4CBF7"/>
            </a:solidFill>
            <a:prstDash val="solid"/>
            <a:miter lim="1069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567913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5">
          <a:extLst>
            <a:ext uri="{FF2B5EF4-FFF2-40B4-BE49-F238E27FC236}">
              <a16:creationId xmlns:a16="http://schemas.microsoft.com/office/drawing/2014/main" id="{EB088489-0AAA-53C3-5F5B-C837797EB2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6" name="Google Shape;1036;p33">
            <a:extLst>
              <a:ext uri="{FF2B5EF4-FFF2-40B4-BE49-F238E27FC236}">
                <a16:creationId xmlns:a16="http://schemas.microsoft.com/office/drawing/2014/main" id="{13363040-3240-4370-F5F7-F8F55A51BB0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0031" y="0"/>
            <a:ext cx="7696200" cy="123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-US" sz="3600" b="1" dirty="0"/>
              <a:t>"Essential Elements of Informed Consent:</a:t>
            </a:r>
          </a:p>
        </p:txBody>
      </p:sp>
      <p:sp>
        <p:nvSpPr>
          <p:cNvPr id="1037" name="Google Shape;1037;p33">
            <a:extLst>
              <a:ext uri="{FF2B5EF4-FFF2-40B4-BE49-F238E27FC236}">
                <a16:creationId xmlns:a16="http://schemas.microsoft.com/office/drawing/2014/main" id="{0AF63F0F-680E-9FFA-61E7-36F015A575C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25782" y="1123950"/>
            <a:ext cx="8631463" cy="214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endParaRPr lang="en-US" sz="2400" dirty="0"/>
          </a:p>
          <a:p>
            <a:pPr indent="-457200"/>
            <a:r>
              <a:rPr lang="en-US" sz="2400" dirty="0"/>
              <a:t>Research description</a:t>
            </a:r>
          </a:p>
          <a:p>
            <a:pPr indent="-457200"/>
            <a:r>
              <a:rPr lang="en-US" sz="2400" dirty="0"/>
              <a:t>Risks</a:t>
            </a:r>
          </a:p>
          <a:p>
            <a:pPr indent="-457200"/>
            <a:r>
              <a:rPr lang="en-US" sz="2400" dirty="0"/>
              <a:t>Benefits</a:t>
            </a:r>
          </a:p>
          <a:p>
            <a:pPr indent="-457200"/>
            <a:r>
              <a:rPr lang="en-US" sz="2400" dirty="0"/>
              <a:t>Procedures</a:t>
            </a:r>
          </a:p>
          <a:p>
            <a:pPr indent="-457200"/>
            <a:r>
              <a:rPr lang="en-US" sz="2400" dirty="0"/>
              <a:t>Alternatives</a:t>
            </a:r>
          </a:p>
          <a:p>
            <a:pPr indent="-457200"/>
            <a:r>
              <a:rPr lang="en-US" sz="2400" dirty="0"/>
              <a:t>Confidentiality</a:t>
            </a:r>
          </a:p>
          <a:p>
            <a:pPr indent="-457200"/>
            <a:r>
              <a:rPr lang="en-US" sz="2400" dirty="0"/>
              <a:t>Contacts</a:t>
            </a:r>
          </a:p>
          <a:p>
            <a:pPr indent="-457200"/>
            <a:r>
              <a:rPr lang="en-US" sz="2400" dirty="0"/>
              <a:t>Voluntary participation and withdrawal"</a:t>
            </a:r>
            <a:endParaRPr sz="900" b="1" u="sng" dirty="0">
              <a:solidFill>
                <a:schemeClr val="accent1"/>
              </a:solidFill>
            </a:endParaRPr>
          </a:p>
        </p:txBody>
      </p:sp>
      <p:sp>
        <p:nvSpPr>
          <p:cNvPr id="1038" name="Google Shape;1038;p33">
            <a:extLst>
              <a:ext uri="{FF2B5EF4-FFF2-40B4-BE49-F238E27FC236}">
                <a16:creationId xmlns:a16="http://schemas.microsoft.com/office/drawing/2014/main" id="{FB6B8ABA-12AD-8AF4-5AF2-A3B5BEB8EE8E}"/>
              </a:ext>
            </a:extLst>
          </p:cNvPr>
          <p:cNvSpPr/>
          <p:nvPr/>
        </p:nvSpPr>
        <p:spPr>
          <a:xfrm>
            <a:off x="2875741" y="4759699"/>
            <a:ext cx="262990" cy="262976"/>
          </a:xfrm>
          <a:custGeom>
            <a:avLst/>
            <a:gdLst/>
            <a:ahLst/>
            <a:cxnLst/>
            <a:rect l="l" t="t" r="r" b="b"/>
            <a:pathLst>
              <a:path w="1837" h="1837" fill="none" extrusionOk="0">
                <a:moveTo>
                  <a:pt x="128" y="1232"/>
                </a:moveTo>
                <a:lnTo>
                  <a:pt x="605" y="1232"/>
                </a:lnTo>
                <a:lnTo>
                  <a:pt x="605" y="1709"/>
                </a:lnTo>
                <a:cubicBezTo>
                  <a:pt x="605" y="1778"/>
                  <a:pt x="661" y="1836"/>
                  <a:pt x="733" y="1836"/>
                </a:cubicBezTo>
                <a:lnTo>
                  <a:pt x="1105" y="1836"/>
                </a:lnTo>
                <a:cubicBezTo>
                  <a:pt x="1174" y="1836"/>
                  <a:pt x="1232" y="1781"/>
                  <a:pt x="1232" y="1709"/>
                </a:cubicBezTo>
                <a:lnTo>
                  <a:pt x="1232" y="1232"/>
                </a:lnTo>
                <a:lnTo>
                  <a:pt x="1709" y="1232"/>
                </a:lnTo>
                <a:cubicBezTo>
                  <a:pt x="1779" y="1232"/>
                  <a:pt x="1836" y="1175"/>
                  <a:pt x="1836" y="1105"/>
                </a:cubicBezTo>
                <a:lnTo>
                  <a:pt x="1836" y="732"/>
                </a:lnTo>
                <a:cubicBezTo>
                  <a:pt x="1836" y="662"/>
                  <a:pt x="1781" y="605"/>
                  <a:pt x="1709" y="605"/>
                </a:cubicBezTo>
                <a:lnTo>
                  <a:pt x="1232" y="605"/>
                </a:lnTo>
                <a:lnTo>
                  <a:pt x="1232" y="127"/>
                </a:lnTo>
                <a:cubicBezTo>
                  <a:pt x="1232" y="57"/>
                  <a:pt x="1176" y="1"/>
                  <a:pt x="1105" y="1"/>
                </a:cubicBezTo>
                <a:lnTo>
                  <a:pt x="733" y="1"/>
                </a:lnTo>
                <a:cubicBezTo>
                  <a:pt x="663" y="1"/>
                  <a:pt x="605" y="56"/>
                  <a:pt x="605" y="127"/>
                </a:cubicBezTo>
                <a:lnTo>
                  <a:pt x="605" y="605"/>
                </a:lnTo>
                <a:lnTo>
                  <a:pt x="128" y="605"/>
                </a:lnTo>
                <a:cubicBezTo>
                  <a:pt x="59" y="605"/>
                  <a:pt x="1" y="661"/>
                  <a:pt x="1" y="732"/>
                </a:cubicBezTo>
                <a:lnTo>
                  <a:pt x="1" y="1105"/>
                </a:lnTo>
                <a:cubicBezTo>
                  <a:pt x="1" y="1174"/>
                  <a:pt x="59" y="1232"/>
                  <a:pt x="128" y="1232"/>
                </a:cubicBezTo>
                <a:close/>
              </a:path>
            </a:pathLst>
          </a:custGeom>
          <a:noFill/>
          <a:ln w="675" cap="flat" cmpd="sng">
            <a:solidFill>
              <a:srgbClr val="C4CBF7"/>
            </a:solidFill>
            <a:prstDash val="solid"/>
            <a:miter lim="1069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227212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5">
          <a:extLst>
            <a:ext uri="{FF2B5EF4-FFF2-40B4-BE49-F238E27FC236}">
              <a16:creationId xmlns:a16="http://schemas.microsoft.com/office/drawing/2014/main" id="{C7D91485-06E1-818E-A8B9-25036F5C19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6" name="Google Shape;1036;p33">
            <a:extLst>
              <a:ext uri="{FF2B5EF4-FFF2-40B4-BE49-F238E27FC236}">
                <a16:creationId xmlns:a16="http://schemas.microsoft.com/office/drawing/2014/main" id="{AF2DF93D-5FBF-5D85-E637-69958F23C7F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15719" y="120825"/>
            <a:ext cx="8163831" cy="123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-US" sz="3600" b="1" dirty="0"/>
              <a:t>Subject dropout and compliance </a:t>
            </a:r>
          </a:p>
        </p:txBody>
      </p:sp>
      <p:sp>
        <p:nvSpPr>
          <p:cNvPr id="1037" name="Google Shape;1037;p33">
            <a:extLst>
              <a:ext uri="{FF2B5EF4-FFF2-40B4-BE49-F238E27FC236}">
                <a16:creationId xmlns:a16="http://schemas.microsoft.com/office/drawing/2014/main" id="{875310AA-6596-8BE5-6820-D139796D4B7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52400" y="742950"/>
            <a:ext cx="8631463" cy="214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indent="-457200"/>
            <a:r>
              <a:rPr lang="en-US" sz="2400" dirty="0"/>
              <a:t>Not all subjects randomized in a clinical trial will complete the entire duration, at which time they are then termed a study dropout or stated to be lost to follow-up.</a:t>
            </a:r>
          </a:p>
          <a:p>
            <a:pPr indent="-457200"/>
            <a:endParaRPr lang="en-US" sz="2400" dirty="0"/>
          </a:p>
          <a:p>
            <a:pPr indent="-457200"/>
            <a:r>
              <a:rPr lang="en-US" sz="2400" dirty="0"/>
              <a:t>Reasons for discontinuing study participation :</a:t>
            </a:r>
          </a:p>
          <a:p>
            <a:pPr lvl="1" indent="-457200"/>
            <a:r>
              <a:rPr lang="en-US" sz="2400" dirty="0"/>
              <a:t>1-Lack of desire to continue.</a:t>
            </a:r>
          </a:p>
          <a:p>
            <a:pPr lvl="1" indent="-457200"/>
            <a:r>
              <a:rPr lang="en-US" sz="2400" dirty="0"/>
              <a:t>2-Subject relocation (i.e., moving to another city).</a:t>
            </a:r>
          </a:p>
          <a:p>
            <a:pPr lvl="1" indent="-457200"/>
            <a:r>
              <a:rPr lang="en-US" sz="2400" dirty="0"/>
              <a:t>3-Subject violating study protocol, side effects, and death.</a:t>
            </a:r>
          </a:p>
          <a:p>
            <a:pPr lvl="1" indent="-457200"/>
            <a:r>
              <a:rPr lang="en-US" sz="2400" dirty="0"/>
              <a:t>4-Not all subjects will be compliant with the therapy</a:t>
            </a:r>
            <a:endParaRPr sz="700" b="1" u="sng" dirty="0">
              <a:solidFill>
                <a:schemeClr val="accent1"/>
              </a:solidFill>
            </a:endParaRPr>
          </a:p>
        </p:txBody>
      </p:sp>
      <p:sp>
        <p:nvSpPr>
          <p:cNvPr id="1038" name="Google Shape;1038;p33">
            <a:extLst>
              <a:ext uri="{FF2B5EF4-FFF2-40B4-BE49-F238E27FC236}">
                <a16:creationId xmlns:a16="http://schemas.microsoft.com/office/drawing/2014/main" id="{585AE008-B5ED-2254-F594-A96E7C894B51}"/>
              </a:ext>
            </a:extLst>
          </p:cNvPr>
          <p:cNvSpPr/>
          <p:nvPr/>
        </p:nvSpPr>
        <p:spPr>
          <a:xfrm>
            <a:off x="2875741" y="4759699"/>
            <a:ext cx="262990" cy="262976"/>
          </a:xfrm>
          <a:custGeom>
            <a:avLst/>
            <a:gdLst/>
            <a:ahLst/>
            <a:cxnLst/>
            <a:rect l="l" t="t" r="r" b="b"/>
            <a:pathLst>
              <a:path w="1837" h="1837" fill="none" extrusionOk="0">
                <a:moveTo>
                  <a:pt x="128" y="1232"/>
                </a:moveTo>
                <a:lnTo>
                  <a:pt x="605" y="1232"/>
                </a:lnTo>
                <a:lnTo>
                  <a:pt x="605" y="1709"/>
                </a:lnTo>
                <a:cubicBezTo>
                  <a:pt x="605" y="1778"/>
                  <a:pt x="661" y="1836"/>
                  <a:pt x="733" y="1836"/>
                </a:cubicBezTo>
                <a:lnTo>
                  <a:pt x="1105" y="1836"/>
                </a:lnTo>
                <a:cubicBezTo>
                  <a:pt x="1174" y="1836"/>
                  <a:pt x="1232" y="1781"/>
                  <a:pt x="1232" y="1709"/>
                </a:cubicBezTo>
                <a:lnTo>
                  <a:pt x="1232" y="1232"/>
                </a:lnTo>
                <a:lnTo>
                  <a:pt x="1709" y="1232"/>
                </a:lnTo>
                <a:cubicBezTo>
                  <a:pt x="1779" y="1232"/>
                  <a:pt x="1836" y="1175"/>
                  <a:pt x="1836" y="1105"/>
                </a:cubicBezTo>
                <a:lnTo>
                  <a:pt x="1836" y="732"/>
                </a:lnTo>
                <a:cubicBezTo>
                  <a:pt x="1836" y="662"/>
                  <a:pt x="1781" y="605"/>
                  <a:pt x="1709" y="605"/>
                </a:cubicBezTo>
                <a:lnTo>
                  <a:pt x="1232" y="605"/>
                </a:lnTo>
                <a:lnTo>
                  <a:pt x="1232" y="127"/>
                </a:lnTo>
                <a:cubicBezTo>
                  <a:pt x="1232" y="57"/>
                  <a:pt x="1176" y="1"/>
                  <a:pt x="1105" y="1"/>
                </a:cubicBezTo>
                <a:lnTo>
                  <a:pt x="733" y="1"/>
                </a:lnTo>
                <a:cubicBezTo>
                  <a:pt x="663" y="1"/>
                  <a:pt x="605" y="56"/>
                  <a:pt x="605" y="127"/>
                </a:cubicBezTo>
                <a:lnTo>
                  <a:pt x="605" y="605"/>
                </a:lnTo>
                <a:lnTo>
                  <a:pt x="128" y="605"/>
                </a:lnTo>
                <a:cubicBezTo>
                  <a:pt x="59" y="605"/>
                  <a:pt x="1" y="661"/>
                  <a:pt x="1" y="732"/>
                </a:cubicBezTo>
                <a:lnTo>
                  <a:pt x="1" y="1105"/>
                </a:lnTo>
                <a:cubicBezTo>
                  <a:pt x="1" y="1174"/>
                  <a:pt x="59" y="1232"/>
                  <a:pt x="128" y="1232"/>
                </a:cubicBezTo>
                <a:close/>
              </a:path>
            </a:pathLst>
          </a:custGeom>
          <a:noFill/>
          <a:ln w="675" cap="flat" cmpd="sng">
            <a:solidFill>
              <a:srgbClr val="C4CBF7"/>
            </a:solidFill>
            <a:prstDash val="solid"/>
            <a:miter lim="1069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165069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CBC0462-D2A2-0F81-E928-D6F6D81547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584" y="823913"/>
            <a:ext cx="8164831" cy="334803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41269228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5">
          <a:extLst>
            <a:ext uri="{FF2B5EF4-FFF2-40B4-BE49-F238E27FC236}">
              <a16:creationId xmlns:a16="http://schemas.microsoft.com/office/drawing/2014/main" id="{88267E8D-A921-BC60-30DC-298BAE9FE1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6" name="Google Shape;1036;p33">
            <a:extLst>
              <a:ext uri="{FF2B5EF4-FFF2-40B4-BE49-F238E27FC236}">
                <a16:creationId xmlns:a16="http://schemas.microsoft.com/office/drawing/2014/main" id="{33FF2913-E0E4-530E-B1CD-710D6130E28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0031" y="0"/>
            <a:ext cx="7696200" cy="123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-US" sz="4000" b="1" dirty="0"/>
              <a:t>Clinical Outcomes</a:t>
            </a:r>
          </a:p>
        </p:txBody>
      </p:sp>
      <p:sp>
        <p:nvSpPr>
          <p:cNvPr id="1037" name="Google Shape;1037;p33">
            <a:extLst>
              <a:ext uri="{FF2B5EF4-FFF2-40B4-BE49-F238E27FC236}">
                <a16:creationId xmlns:a16="http://schemas.microsoft.com/office/drawing/2014/main" id="{ABE4CB1D-949A-4C1E-AC21-E337873FBA5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52400" y="742950"/>
            <a:ext cx="8631463" cy="214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indent="-457200"/>
            <a:r>
              <a:rPr lang="en-US" sz="3600" dirty="0"/>
              <a:t>Definition: Medical events that occur as a result of disease or treatment</a:t>
            </a:r>
            <a:endParaRPr lang="ar-EG" sz="3600" dirty="0"/>
          </a:p>
          <a:p>
            <a:pPr indent="-457200"/>
            <a:endParaRPr lang="en-US" sz="3600" dirty="0"/>
          </a:p>
          <a:p>
            <a:pPr indent="-457200"/>
            <a:r>
              <a:rPr lang="en-US" sz="3600" dirty="0"/>
              <a:t>Examples:</a:t>
            </a:r>
          </a:p>
          <a:p>
            <a:pPr lvl="1" indent="-457200"/>
            <a:r>
              <a:rPr lang="en-US" sz="3200" dirty="0"/>
              <a:t>Pain Relief</a:t>
            </a:r>
          </a:p>
          <a:p>
            <a:pPr lvl="1" indent="-457200"/>
            <a:r>
              <a:rPr lang="en-US" sz="3200" dirty="0"/>
              <a:t>Cure of Infection</a:t>
            </a:r>
            <a:endParaRPr sz="1000" b="1" u="sng" dirty="0">
              <a:solidFill>
                <a:schemeClr val="accent1"/>
              </a:solidFill>
            </a:endParaRPr>
          </a:p>
        </p:txBody>
      </p:sp>
      <p:sp>
        <p:nvSpPr>
          <p:cNvPr id="1038" name="Google Shape;1038;p33">
            <a:extLst>
              <a:ext uri="{FF2B5EF4-FFF2-40B4-BE49-F238E27FC236}">
                <a16:creationId xmlns:a16="http://schemas.microsoft.com/office/drawing/2014/main" id="{5E0ECD06-5D08-B6F4-722A-2A212DB83DCA}"/>
              </a:ext>
            </a:extLst>
          </p:cNvPr>
          <p:cNvSpPr/>
          <p:nvPr/>
        </p:nvSpPr>
        <p:spPr>
          <a:xfrm>
            <a:off x="2875741" y="4759699"/>
            <a:ext cx="262990" cy="262976"/>
          </a:xfrm>
          <a:custGeom>
            <a:avLst/>
            <a:gdLst/>
            <a:ahLst/>
            <a:cxnLst/>
            <a:rect l="l" t="t" r="r" b="b"/>
            <a:pathLst>
              <a:path w="1837" h="1837" fill="none" extrusionOk="0">
                <a:moveTo>
                  <a:pt x="128" y="1232"/>
                </a:moveTo>
                <a:lnTo>
                  <a:pt x="605" y="1232"/>
                </a:lnTo>
                <a:lnTo>
                  <a:pt x="605" y="1709"/>
                </a:lnTo>
                <a:cubicBezTo>
                  <a:pt x="605" y="1778"/>
                  <a:pt x="661" y="1836"/>
                  <a:pt x="733" y="1836"/>
                </a:cubicBezTo>
                <a:lnTo>
                  <a:pt x="1105" y="1836"/>
                </a:lnTo>
                <a:cubicBezTo>
                  <a:pt x="1174" y="1836"/>
                  <a:pt x="1232" y="1781"/>
                  <a:pt x="1232" y="1709"/>
                </a:cubicBezTo>
                <a:lnTo>
                  <a:pt x="1232" y="1232"/>
                </a:lnTo>
                <a:lnTo>
                  <a:pt x="1709" y="1232"/>
                </a:lnTo>
                <a:cubicBezTo>
                  <a:pt x="1779" y="1232"/>
                  <a:pt x="1836" y="1175"/>
                  <a:pt x="1836" y="1105"/>
                </a:cubicBezTo>
                <a:lnTo>
                  <a:pt x="1836" y="732"/>
                </a:lnTo>
                <a:cubicBezTo>
                  <a:pt x="1836" y="662"/>
                  <a:pt x="1781" y="605"/>
                  <a:pt x="1709" y="605"/>
                </a:cubicBezTo>
                <a:lnTo>
                  <a:pt x="1232" y="605"/>
                </a:lnTo>
                <a:lnTo>
                  <a:pt x="1232" y="127"/>
                </a:lnTo>
                <a:cubicBezTo>
                  <a:pt x="1232" y="57"/>
                  <a:pt x="1176" y="1"/>
                  <a:pt x="1105" y="1"/>
                </a:cubicBezTo>
                <a:lnTo>
                  <a:pt x="733" y="1"/>
                </a:lnTo>
                <a:cubicBezTo>
                  <a:pt x="663" y="1"/>
                  <a:pt x="605" y="56"/>
                  <a:pt x="605" y="127"/>
                </a:cubicBezTo>
                <a:lnTo>
                  <a:pt x="605" y="605"/>
                </a:lnTo>
                <a:lnTo>
                  <a:pt x="128" y="605"/>
                </a:lnTo>
                <a:cubicBezTo>
                  <a:pt x="59" y="605"/>
                  <a:pt x="1" y="661"/>
                  <a:pt x="1" y="732"/>
                </a:cubicBezTo>
                <a:lnTo>
                  <a:pt x="1" y="1105"/>
                </a:lnTo>
                <a:cubicBezTo>
                  <a:pt x="1" y="1174"/>
                  <a:pt x="59" y="1232"/>
                  <a:pt x="128" y="1232"/>
                </a:cubicBezTo>
                <a:close/>
              </a:path>
            </a:pathLst>
          </a:custGeom>
          <a:noFill/>
          <a:ln w="675" cap="flat" cmpd="sng">
            <a:solidFill>
              <a:srgbClr val="C4CBF7"/>
            </a:solidFill>
            <a:prstDash val="solid"/>
            <a:miter lim="1069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07041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5">
          <a:extLst>
            <a:ext uri="{FF2B5EF4-FFF2-40B4-BE49-F238E27FC236}">
              <a16:creationId xmlns:a16="http://schemas.microsoft.com/office/drawing/2014/main" id="{9244A748-1AB5-87B4-79BE-538EBF4646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6" name="Google Shape;1036;p33">
            <a:extLst>
              <a:ext uri="{FF2B5EF4-FFF2-40B4-BE49-F238E27FC236}">
                <a16:creationId xmlns:a16="http://schemas.microsoft.com/office/drawing/2014/main" id="{991C7FF4-0CAE-A6CF-CB90-7662A56D1CF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0031" y="0"/>
            <a:ext cx="7696200" cy="123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-US" sz="3600" dirty="0"/>
              <a:t>Types of outcomes </a:t>
            </a:r>
          </a:p>
        </p:txBody>
      </p:sp>
      <p:sp>
        <p:nvSpPr>
          <p:cNvPr id="1037" name="Google Shape;1037;p33">
            <a:extLst>
              <a:ext uri="{FF2B5EF4-FFF2-40B4-BE49-F238E27FC236}">
                <a16:creationId xmlns:a16="http://schemas.microsoft.com/office/drawing/2014/main" id="{767C1475-C373-F494-5C39-00C3BB228E7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52400" y="742950"/>
            <a:ext cx="8631463" cy="214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indent="-457200"/>
            <a:r>
              <a:rPr lang="en-US" sz="2800" dirty="0"/>
              <a:t>Primary Outcome: is the outcome of interest that has been set by the researcher at the beginning of the study.</a:t>
            </a:r>
          </a:p>
          <a:p>
            <a:pPr indent="-457200"/>
            <a:endParaRPr lang="en-US" sz="2800" dirty="0"/>
          </a:p>
          <a:p>
            <a:pPr indent="-457200"/>
            <a:r>
              <a:rPr lang="en-US" sz="2800" dirty="0"/>
              <a:t>Secondary Outcome: is the additional outcome that occurs during the study.</a:t>
            </a:r>
            <a:endParaRPr sz="1000" b="1" u="sng" dirty="0">
              <a:solidFill>
                <a:schemeClr val="accent1"/>
              </a:solidFill>
            </a:endParaRPr>
          </a:p>
        </p:txBody>
      </p:sp>
      <p:sp>
        <p:nvSpPr>
          <p:cNvPr id="1038" name="Google Shape;1038;p33">
            <a:extLst>
              <a:ext uri="{FF2B5EF4-FFF2-40B4-BE49-F238E27FC236}">
                <a16:creationId xmlns:a16="http://schemas.microsoft.com/office/drawing/2014/main" id="{437A0948-B54E-2D9A-85E1-E41A9E89BC7D}"/>
              </a:ext>
            </a:extLst>
          </p:cNvPr>
          <p:cNvSpPr/>
          <p:nvPr/>
        </p:nvSpPr>
        <p:spPr>
          <a:xfrm>
            <a:off x="2875741" y="4759699"/>
            <a:ext cx="262990" cy="262976"/>
          </a:xfrm>
          <a:custGeom>
            <a:avLst/>
            <a:gdLst/>
            <a:ahLst/>
            <a:cxnLst/>
            <a:rect l="l" t="t" r="r" b="b"/>
            <a:pathLst>
              <a:path w="1837" h="1837" fill="none" extrusionOk="0">
                <a:moveTo>
                  <a:pt x="128" y="1232"/>
                </a:moveTo>
                <a:lnTo>
                  <a:pt x="605" y="1232"/>
                </a:lnTo>
                <a:lnTo>
                  <a:pt x="605" y="1709"/>
                </a:lnTo>
                <a:cubicBezTo>
                  <a:pt x="605" y="1778"/>
                  <a:pt x="661" y="1836"/>
                  <a:pt x="733" y="1836"/>
                </a:cubicBezTo>
                <a:lnTo>
                  <a:pt x="1105" y="1836"/>
                </a:lnTo>
                <a:cubicBezTo>
                  <a:pt x="1174" y="1836"/>
                  <a:pt x="1232" y="1781"/>
                  <a:pt x="1232" y="1709"/>
                </a:cubicBezTo>
                <a:lnTo>
                  <a:pt x="1232" y="1232"/>
                </a:lnTo>
                <a:lnTo>
                  <a:pt x="1709" y="1232"/>
                </a:lnTo>
                <a:cubicBezTo>
                  <a:pt x="1779" y="1232"/>
                  <a:pt x="1836" y="1175"/>
                  <a:pt x="1836" y="1105"/>
                </a:cubicBezTo>
                <a:lnTo>
                  <a:pt x="1836" y="732"/>
                </a:lnTo>
                <a:cubicBezTo>
                  <a:pt x="1836" y="662"/>
                  <a:pt x="1781" y="605"/>
                  <a:pt x="1709" y="605"/>
                </a:cubicBezTo>
                <a:lnTo>
                  <a:pt x="1232" y="605"/>
                </a:lnTo>
                <a:lnTo>
                  <a:pt x="1232" y="127"/>
                </a:lnTo>
                <a:cubicBezTo>
                  <a:pt x="1232" y="57"/>
                  <a:pt x="1176" y="1"/>
                  <a:pt x="1105" y="1"/>
                </a:cubicBezTo>
                <a:lnTo>
                  <a:pt x="733" y="1"/>
                </a:lnTo>
                <a:cubicBezTo>
                  <a:pt x="663" y="1"/>
                  <a:pt x="605" y="56"/>
                  <a:pt x="605" y="127"/>
                </a:cubicBezTo>
                <a:lnTo>
                  <a:pt x="605" y="605"/>
                </a:lnTo>
                <a:lnTo>
                  <a:pt x="128" y="605"/>
                </a:lnTo>
                <a:cubicBezTo>
                  <a:pt x="59" y="605"/>
                  <a:pt x="1" y="661"/>
                  <a:pt x="1" y="732"/>
                </a:cubicBezTo>
                <a:lnTo>
                  <a:pt x="1" y="1105"/>
                </a:lnTo>
                <a:cubicBezTo>
                  <a:pt x="1" y="1174"/>
                  <a:pt x="59" y="1232"/>
                  <a:pt x="128" y="1232"/>
                </a:cubicBezTo>
                <a:close/>
              </a:path>
            </a:pathLst>
          </a:custGeom>
          <a:noFill/>
          <a:ln w="675" cap="flat" cmpd="sng">
            <a:solidFill>
              <a:srgbClr val="C4CBF7"/>
            </a:solidFill>
            <a:prstDash val="solid"/>
            <a:miter lim="1069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446017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5">
          <a:extLst>
            <a:ext uri="{FF2B5EF4-FFF2-40B4-BE49-F238E27FC236}">
              <a16:creationId xmlns:a16="http://schemas.microsoft.com/office/drawing/2014/main" id="{C3B6615A-3C0C-AFC0-FB34-ABF4F1669D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6" name="Google Shape;1036;p33">
            <a:extLst>
              <a:ext uri="{FF2B5EF4-FFF2-40B4-BE49-F238E27FC236}">
                <a16:creationId xmlns:a16="http://schemas.microsoft.com/office/drawing/2014/main" id="{9D4F3FBA-85D7-AC06-4DA2-78A0105D969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0031" y="-19050"/>
            <a:ext cx="7696200" cy="123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-US" sz="2800" b="1" dirty="0"/>
              <a:t>According to results comparing, can be classified studies </a:t>
            </a:r>
            <a:br>
              <a:rPr lang="en-US" sz="2800" b="1" dirty="0"/>
            </a:br>
            <a:r>
              <a:rPr lang="en-US" sz="2800" b="1" dirty="0"/>
              <a:t>in to:</a:t>
            </a:r>
            <a:endParaRPr lang="en-US" sz="2800" dirty="0"/>
          </a:p>
        </p:txBody>
      </p:sp>
      <p:sp>
        <p:nvSpPr>
          <p:cNvPr id="1037" name="Google Shape;1037;p33">
            <a:extLst>
              <a:ext uri="{FF2B5EF4-FFF2-40B4-BE49-F238E27FC236}">
                <a16:creationId xmlns:a16="http://schemas.microsoft.com/office/drawing/2014/main" id="{29019102-BED8-8290-4B1F-638516140DC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52399" y="1501350"/>
            <a:ext cx="8631463" cy="214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indent="-457200"/>
            <a:r>
              <a:rPr lang="en-US" sz="2400" dirty="0"/>
              <a:t>Positive studies: a favorable result for the therapy understudy, are readily published.</a:t>
            </a:r>
          </a:p>
          <a:p>
            <a:pPr marL="0" indent="0">
              <a:buNone/>
            </a:pPr>
            <a:endParaRPr lang="en-US" sz="2400" dirty="0"/>
          </a:p>
          <a:p>
            <a:pPr indent="-457200"/>
            <a:r>
              <a:rPr lang="en-US" sz="2400" dirty="0"/>
              <a:t>Negative studies: a study that does not show favorable results from the new therapy) may not be published. These results may due to the existence of questionable data or poorly designed studies.</a:t>
            </a:r>
            <a:endParaRPr sz="900" b="1" u="sng" dirty="0">
              <a:solidFill>
                <a:schemeClr val="accent1"/>
              </a:solidFill>
            </a:endParaRPr>
          </a:p>
        </p:txBody>
      </p:sp>
      <p:sp>
        <p:nvSpPr>
          <p:cNvPr id="1038" name="Google Shape;1038;p33">
            <a:extLst>
              <a:ext uri="{FF2B5EF4-FFF2-40B4-BE49-F238E27FC236}">
                <a16:creationId xmlns:a16="http://schemas.microsoft.com/office/drawing/2014/main" id="{33AD33E5-D66E-33EF-E36D-FFD77CB646D4}"/>
              </a:ext>
            </a:extLst>
          </p:cNvPr>
          <p:cNvSpPr/>
          <p:nvPr/>
        </p:nvSpPr>
        <p:spPr>
          <a:xfrm>
            <a:off x="2875741" y="4759699"/>
            <a:ext cx="262990" cy="262976"/>
          </a:xfrm>
          <a:custGeom>
            <a:avLst/>
            <a:gdLst/>
            <a:ahLst/>
            <a:cxnLst/>
            <a:rect l="l" t="t" r="r" b="b"/>
            <a:pathLst>
              <a:path w="1837" h="1837" fill="none" extrusionOk="0">
                <a:moveTo>
                  <a:pt x="128" y="1232"/>
                </a:moveTo>
                <a:lnTo>
                  <a:pt x="605" y="1232"/>
                </a:lnTo>
                <a:lnTo>
                  <a:pt x="605" y="1709"/>
                </a:lnTo>
                <a:cubicBezTo>
                  <a:pt x="605" y="1778"/>
                  <a:pt x="661" y="1836"/>
                  <a:pt x="733" y="1836"/>
                </a:cubicBezTo>
                <a:lnTo>
                  <a:pt x="1105" y="1836"/>
                </a:lnTo>
                <a:cubicBezTo>
                  <a:pt x="1174" y="1836"/>
                  <a:pt x="1232" y="1781"/>
                  <a:pt x="1232" y="1709"/>
                </a:cubicBezTo>
                <a:lnTo>
                  <a:pt x="1232" y="1232"/>
                </a:lnTo>
                <a:lnTo>
                  <a:pt x="1709" y="1232"/>
                </a:lnTo>
                <a:cubicBezTo>
                  <a:pt x="1779" y="1232"/>
                  <a:pt x="1836" y="1175"/>
                  <a:pt x="1836" y="1105"/>
                </a:cubicBezTo>
                <a:lnTo>
                  <a:pt x="1836" y="732"/>
                </a:lnTo>
                <a:cubicBezTo>
                  <a:pt x="1836" y="662"/>
                  <a:pt x="1781" y="605"/>
                  <a:pt x="1709" y="605"/>
                </a:cubicBezTo>
                <a:lnTo>
                  <a:pt x="1232" y="605"/>
                </a:lnTo>
                <a:lnTo>
                  <a:pt x="1232" y="127"/>
                </a:lnTo>
                <a:cubicBezTo>
                  <a:pt x="1232" y="57"/>
                  <a:pt x="1176" y="1"/>
                  <a:pt x="1105" y="1"/>
                </a:cubicBezTo>
                <a:lnTo>
                  <a:pt x="733" y="1"/>
                </a:lnTo>
                <a:cubicBezTo>
                  <a:pt x="663" y="1"/>
                  <a:pt x="605" y="56"/>
                  <a:pt x="605" y="127"/>
                </a:cubicBezTo>
                <a:lnTo>
                  <a:pt x="605" y="605"/>
                </a:lnTo>
                <a:lnTo>
                  <a:pt x="128" y="605"/>
                </a:lnTo>
                <a:cubicBezTo>
                  <a:pt x="59" y="605"/>
                  <a:pt x="1" y="661"/>
                  <a:pt x="1" y="732"/>
                </a:cubicBezTo>
                <a:lnTo>
                  <a:pt x="1" y="1105"/>
                </a:lnTo>
                <a:cubicBezTo>
                  <a:pt x="1" y="1174"/>
                  <a:pt x="59" y="1232"/>
                  <a:pt x="128" y="1232"/>
                </a:cubicBezTo>
                <a:close/>
              </a:path>
            </a:pathLst>
          </a:custGeom>
          <a:noFill/>
          <a:ln w="675" cap="flat" cmpd="sng">
            <a:solidFill>
              <a:srgbClr val="C4CBF7"/>
            </a:solidFill>
            <a:prstDash val="solid"/>
            <a:miter lim="1069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986798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5">
          <a:extLst>
            <a:ext uri="{FF2B5EF4-FFF2-40B4-BE49-F238E27FC236}">
              <a16:creationId xmlns:a16="http://schemas.microsoft.com/office/drawing/2014/main" id="{4BDF7B33-2EFA-EF3E-E823-2BFE682704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6" name="Google Shape;1036;p33">
            <a:extLst>
              <a:ext uri="{FF2B5EF4-FFF2-40B4-BE49-F238E27FC236}">
                <a16:creationId xmlns:a16="http://schemas.microsoft.com/office/drawing/2014/main" id="{C735E06F-17E4-1586-06BF-B61D78A7263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0031" y="0"/>
            <a:ext cx="7696200" cy="123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-US" sz="4000" dirty="0"/>
              <a:t>Evaluation of prepared RCT</a:t>
            </a:r>
          </a:p>
        </p:txBody>
      </p:sp>
      <p:sp>
        <p:nvSpPr>
          <p:cNvPr id="1037" name="Google Shape;1037;p33">
            <a:extLst>
              <a:ext uri="{FF2B5EF4-FFF2-40B4-BE49-F238E27FC236}">
                <a16:creationId xmlns:a16="http://schemas.microsoft.com/office/drawing/2014/main" id="{AD65C526-B53D-AB98-094F-DC86FA40148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56268" y="1428750"/>
            <a:ext cx="8631463" cy="214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indent="-457200"/>
            <a:r>
              <a:rPr lang="en-US" sz="3600" dirty="0"/>
              <a:t>Title </a:t>
            </a:r>
          </a:p>
          <a:p>
            <a:pPr indent="-457200"/>
            <a:r>
              <a:rPr lang="en-US" sz="3600" dirty="0"/>
              <a:t>Abstract </a:t>
            </a:r>
          </a:p>
          <a:p>
            <a:pPr indent="-457200"/>
            <a:r>
              <a:rPr lang="en-US" sz="3600" dirty="0"/>
              <a:t>Introduction </a:t>
            </a:r>
          </a:p>
          <a:p>
            <a:pPr indent="-457200"/>
            <a:r>
              <a:rPr lang="en-US" sz="3600" dirty="0"/>
              <a:t>Method</a:t>
            </a:r>
            <a:endParaRPr sz="1000" b="1" u="sng" dirty="0">
              <a:solidFill>
                <a:schemeClr val="accent1"/>
              </a:solidFill>
            </a:endParaRPr>
          </a:p>
        </p:txBody>
      </p:sp>
      <p:sp>
        <p:nvSpPr>
          <p:cNvPr id="1038" name="Google Shape;1038;p33">
            <a:extLst>
              <a:ext uri="{FF2B5EF4-FFF2-40B4-BE49-F238E27FC236}">
                <a16:creationId xmlns:a16="http://schemas.microsoft.com/office/drawing/2014/main" id="{FE221A43-AD62-5FDF-F0F4-7726FA5DC4B6}"/>
              </a:ext>
            </a:extLst>
          </p:cNvPr>
          <p:cNvSpPr/>
          <p:nvPr/>
        </p:nvSpPr>
        <p:spPr>
          <a:xfrm>
            <a:off x="2875741" y="4759699"/>
            <a:ext cx="262990" cy="262976"/>
          </a:xfrm>
          <a:custGeom>
            <a:avLst/>
            <a:gdLst/>
            <a:ahLst/>
            <a:cxnLst/>
            <a:rect l="l" t="t" r="r" b="b"/>
            <a:pathLst>
              <a:path w="1837" h="1837" fill="none" extrusionOk="0">
                <a:moveTo>
                  <a:pt x="128" y="1232"/>
                </a:moveTo>
                <a:lnTo>
                  <a:pt x="605" y="1232"/>
                </a:lnTo>
                <a:lnTo>
                  <a:pt x="605" y="1709"/>
                </a:lnTo>
                <a:cubicBezTo>
                  <a:pt x="605" y="1778"/>
                  <a:pt x="661" y="1836"/>
                  <a:pt x="733" y="1836"/>
                </a:cubicBezTo>
                <a:lnTo>
                  <a:pt x="1105" y="1836"/>
                </a:lnTo>
                <a:cubicBezTo>
                  <a:pt x="1174" y="1836"/>
                  <a:pt x="1232" y="1781"/>
                  <a:pt x="1232" y="1709"/>
                </a:cubicBezTo>
                <a:lnTo>
                  <a:pt x="1232" y="1232"/>
                </a:lnTo>
                <a:lnTo>
                  <a:pt x="1709" y="1232"/>
                </a:lnTo>
                <a:cubicBezTo>
                  <a:pt x="1779" y="1232"/>
                  <a:pt x="1836" y="1175"/>
                  <a:pt x="1836" y="1105"/>
                </a:cubicBezTo>
                <a:lnTo>
                  <a:pt x="1836" y="732"/>
                </a:lnTo>
                <a:cubicBezTo>
                  <a:pt x="1836" y="662"/>
                  <a:pt x="1781" y="605"/>
                  <a:pt x="1709" y="605"/>
                </a:cubicBezTo>
                <a:lnTo>
                  <a:pt x="1232" y="605"/>
                </a:lnTo>
                <a:lnTo>
                  <a:pt x="1232" y="127"/>
                </a:lnTo>
                <a:cubicBezTo>
                  <a:pt x="1232" y="57"/>
                  <a:pt x="1176" y="1"/>
                  <a:pt x="1105" y="1"/>
                </a:cubicBezTo>
                <a:lnTo>
                  <a:pt x="733" y="1"/>
                </a:lnTo>
                <a:cubicBezTo>
                  <a:pt x="663" y="1"/>
                  <a:pt x="605" y="56"/>
                  <a:pt x="605" y="127"/>
                </a:cubicBezTo>
                <a:lnTo>
                  <a:pt x="605" y="605"/>
                </a:lnTo>
                <a:lnTo>
                  <a:pt x="128" y="605"/>
                </a:lnTo>
                <a:cubicBezTo>
                  <a:pt x="59" y="605"/>
                  <a:pt x="1" y="661"/>
                  <a:pt x="1" y="732"/>
                </a:cubicBezTo>
                <a:lnTo>
                  <a:pt x="1" y="1105"/>
                </a:lnTo>
                <a:cubicBezTo>
                  <a:pt x="1" y="1174"/>
                  <a:pt x="59" y="1232"/>
                  <a:pt x="128" y="1232"/>
                </a:cubicBezTo>
                <a:close/>
              </a:path>
            </a:pathLst>
          </a:custGeom>
          <a:noFill/>
          <a:ln w="675" cap="flat" cmpd="sng">
            <a:solidFill>
              <a:srgbClr val="C4CBF7"/>
            </a:solidFill>
            <a:prstDash val="solid"/>
            <a:miter lim="1069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165709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5">
          <a:extLst>
            <a:ext uri="{FF2B5EF4-FFF2-40B4-BE49-F238E27FC236}">
              <a16:creationId xmlns:a16="http://schemas.microsoft.com/office/drawing/2014/main" id="{E8FA5C95-1089-8334-AA7B-C074D5C29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6" name="Google Shape;1036;p33">
            <a:extLst>
              <a:ext uri="{FF2B5EF4-FFF2-40B4-BE49-F238E27FC236}">
                <a16:creationId xmlns:a16="http://schemas.microsoft.com/office/drawing/2014/main" id="{986A6D41-CC93-5912-03D7-A331A646BC2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0031" y="0"/>
            <a:ext cx="7696200" cy="123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-US" sz="3600" b="1" dirty="0"/>
              <a:t>Title</a:t>
            </a:r>
            <a:endParaRPr lang="en-US" sz="3600" dirty="0"/>
          </a:p>
        </p:txBody>
      </p:sp>
      <p:sp>
        <p:nvSpPr>
          <p:cNvPr id="1037" name="Google Shape;1037;p33">
            <a:extLst>
              <a:ext uri="{FF2B5EF4-FFF2-40B4-BE49-F238E27FC236}">
                <a16:creationId xmlns:a16="http://schemas.microsoft.com/office/drawing/2014/main" id="{09EF42AD-A906-3E0F-E41D-BA78453335E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52400" y="742950"/>
            <a:ext cx="8631463" cy="214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indent="-457200"/>
            <a:r>
              <a:rPr lang="en-US" sz="2800" dirty="0"/>
              <a:t>A title should be reflective of the </a:t>
            </a:r>
            <a:r>
              <a:rPr lang="en-US" sz="2800" dirty="0" err="1"/>
              <a:t>work,unbiased</a:t>
            </a:r>
            <a:r>
              <a:rPr lang="en-US" sz="2800" dirty="0"/>
              <a:t>, specific, and concise (i.e., usually ≤ 10 words)</a:t>
            </a:r>
          </a:p>
          <a:p>
            <a:pPr marL="0" indent="0">
              <a:buNone/>
            </a:pPr>
            <a:endParaRPr lang="en-US" sz="2800" dirty="0"/>
          </a:p>
          <a:p>
            <a:pPr lvl="1" indent="-457200"/>
            <a:r>
              <a:rPr lang="en-US" sz="2600" dirty="0"/>
              <a:t>not too general or detailed.</a:t>
            </a:r>
          </a:p>
          <a:p>
            <a:pPr lvl="1" indent="-457200"/>
            <a:r>
              <a:rPr lang="en-US" sz="2600" dirty="0"/>
              <a:t>the title should not be phrased as a question</a:t>
            </a:r>
          </a:p>
          <a:p>
            <a:pPr lvl="1" indent="-457200"/>
            <a:r>
              <a:rPr lang="en-US" sz="2600" dirty="0"/>
              <a:t>randomized clinical trials should be identified in the title.</a:t>
            </a:r>
            <a:endParaRPr lang="en-US" sz="800" b="1" u="sng" dirty="0">
              <a:solidFill>
                <a:schemeClr val="accent1"/>
              </a:solidFill>
            </a:endParaRPr>
          </a:p>
        </p:txBody>
      </p:sp>
      <p:sp>
        <p:nvSpPr>
          <p:cNvPr id="1038" name="Google Shape;1038;p33">
            <a:extLst>
              <a:ext uri="{FF2B5EF4-FFF2-40B4-BE49-F238E27FC236}">
                <a16:creationId xmlns:a16="http://schemas.microsoft.com/office/drawing/2014/main" id="{B5B6D5DF-BEDE-CBB8-0554-5D5CAA7D5969}"/>
              </a:ext>
            </a:extLst>
          </p:cNvPr>
          <p:cNvSpPr/>
          <p:nvPr/>
        </p:nvSpPr>
        <p:spPr>
          <a:xfrm>
            <a:off x="2875741" y="4759699"/>
            <a:ext cx="262990" cy="262976"/>
          </a:xfrm>
          <a:custGeom>
            <a:avLst/>
            <a:gdLst/>
            <a:ahLst/>
            <a:cxnLst/>
            <a:rect l="l" t="t" r="r" b="b"/>
            <a:pathLst>
              <a:path w="1837" h="1837" fill="none" extrusionOk="0">
                <a:moveTo>
                  <a:pt x="128" y="1232"/>
                </a:moveTo>
                <a:lnTo>
                  <a:pt x="605" y="1232"/>
                </a:lnTo>
                <a:lnTo>
                  <a:pt x="605" y="1709"/>
                </a:lnTo>
                <a:cubicBezTo>
                  <a:pt x="605" y="1778"/>
                  <a:pt x="661" y="1836"/>
                  <a:pt x="733" y="1836"/>
                </a:cubicBezTo>
                <a:lnTo>
                  <a:pt x="1105" y="1836"/>
                </a:lnTo>
                <a:cubicBezTo>
                  <a:pt x="1174" y="1836"/>
                  <a:pt x="1232" y="1781"/>
                  <a:pt x="1232" y="1709"/>
                </a:cubicBezTo>
                <a:lnTo>
                  <a:pt x="1232" y="1232"/>
                </a:lnTo>
                <a:lnTo>
                  <a:pt x="1709" y="1232"/>
                </a:lnTo>
                <a:cubicBezTo>
                  <a:pt x="1779" y="1232"/>
                  <a:pt x="1836" y="1175"/>
                  <a:pt x="1836" y="1105"/>
                </a:cubicBezTo>
                <a:lnTo>
                  <a:pt x="1836" y="732"/>
                </a:lnTo>
                <a:cubicBezTo>
                  <a:pt x="1836" y="662"/>
                  <a:pt x="1781" y="605"/>
                  <a:pt x="1709" y="605"/>
                </a:cubicBezTo>
                <a:lnTo>
                  <a:pt x="1232" y="605"/>
                </a:lnTo>
                <a:lnTo>
                  <a:pt x="1232" y="127"/>
                </a:lnTo>
                <a:cubicBezTo>
                  <a:pt x="1232" y="57"/>
                  <a:pt x="1176" y="1"/>
                  <a:pt x="1105" y="1"/>
                </a:cubicBezTo>
                <a:lnTo>
                  <a:pt x="733" y="1"/>
                </a:lnTo>
                <a:cubicBezTo>
                  <a:pt x="663" y="1"/>
                  <a:pt x="605" y="56"/>
                  <a:pt x="605" y="127"/>
                </a:cubicBezTo>
                <a:lnTo>
                  <a:pt x="605" y="605"/>
                </a:lnTo>
                <a:lnTo>
                  <a:pt x="128" y="605"/>
                </a:lnTo>
                <a:cubicBezTo>
                  <a:pt x="59" y="605"/>
                  <a:pt x="1" y="661"/>
                  <a:pt x="1" y="732"/>
                </a:cubicBezTo>
                <a:lnTo>
                  <a:pt x="1" y="1105"/>
                </a:lnTo>
                <a:cubicBezTo>
                  <a:pt x="1" y="1174"/>
                  <a:pt x="59" y="1232"/>
                  <a:pt x="128" y="1232"/>
                </a:cubicBezTo>
                <a:close/>
              </a:path>
            </a:pathLst>
          </a:custGeom>
          <a:noFill/>
          <a:ln w="675" cap="flat" cmpd="sng">
            <a:solidFill>
              <a:srgbClr val="C4CBF7"/>
            </a:solidFill>
            <a:prstDash val="solid"/>
            <a:miter lim="1069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924190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5">
          <a:extLst>
            <a:ext uri="{FF2B5EF4-FFF2-40B4-BE49-F238E27FC236}">
              <a16:creationId xmlns:a16="http://schemas.microsoft.com/office/drawing/2014/main" id="{9F2DBEDF-E33B-7152-4956-B85111CFC7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6" name="Google Shape;1036;p33">
            <a:extLst>
              <a:ext uri="{FF2B5EF4-FFF2-40B4-BE49-F238E27FC236}">
                <a16:creationId xmlns:a16="http://schemas.microsoft.com/office/drawing/2014/main" id="{8DA65427-05DB-6A51-45B2-A0221442AF4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0031" y="0"/>
            <a:ext cx="7696200" cy="123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-US" sz="3600" b="1" dirty="0"/>
              <a:t>Blinding in Clinical Trials</a:t>
            </a:r>
            <a:endParaRPr lang="en-US" sz="3600" dirty="0"/>
          </a:p>
        </p:txBody>
      </p:sp>
      <p:sp>
        <p:nvSpPr>
          <p:cNvPr id="1037" name="Google Shape;1037;p33">
            <a:extLst>
              <a:ext uri="{FF2B5EF4-FFF2-40B4-BE49-F238E27FC236}">
                <a16:creationId xmlns:a16="http://schemas.microsoft.com/office/drawing/2014/main" id="{8C9DBBC5-F890-3491-76EE-C480F36B644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52400" y="742950"/>
            <a:ext cx="8631463" cy="214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indent="-457200"/>
            <a:r>
              <a:rPr lang="en-US" sz="2800" dirty="0"/>
              <a:t>An example for a biased study title:</a:t>
            </a:r>
          </a:p>
          <a:p>
            <a:pPr lvl="1" indent="-457200"/>
            <a:r>
              <a:rPr lang="en-US" sz="2600" dirty="0"/>
              <a:t>“Improved bronchodilation with levalbuterol compared with racemic albuterol in patients with asthma.”</a:t>
            </a:r>
          </a:p>
          <a:p>
            <a:pPr marL="0" indent="0">
              <a:buNone/>
            </a:pPr>
            <a:r>
              <a:rPr lang="en-US" sz="2800" dirty="0"/>
              <a:t> </a:t>
            </a:r>
          </a:p>
          <a:p>
            <a:pPr indent="-457200"/>
            <a:r>
              <a:rPr lang="en-US" sz="2800" dirty="0"/>
              <a:t>suggested unbiased title for this trial is: </a:t>
            </a:r>
          </a:p>
          <a:p>
            <a:pPr lvl="1" indent="-457200"/>
            <a:r>
              <a:rPr lang="en-US" sz="2600" dirty="0"/>
              <a:t>“Comparison of levalbuterol and racemic albuterol bronchodilation in patients with asthma: a randomized clinical trial.”</a:t>
            </a:r>
            <a:endParaRPr sz="800" b="1" u="sng" dirty="0">
              <a:solidFill>
                <a:schemeClr val="accent1"/>
              </a:solidFill>
            </a:endParaRPr>
          </a:p>
        </p:txBody>
      </p:sp>
      <p:sp>
        <p:nvSpPr>
          <p:cNvPr id="1038" name="Google Shape;1038;p33">
            <a:extLst>
              <a:ext uri="{FF2B5EF4-FFF2-40B4-BE49-F238E27FC236}">
                <a16:creationId xmlns:a16="http://schemas.microsoft.com/office/drawing/2014/main" id="{E10D8D85-0452-6F1F-1FCF-C2806375A9A2}"/>
              </a:ext>
            </a:extLst>
          </p:cNvPr>
          <p:cNvSpPr/>
          <p:nvPr/>
        </p:nvSpPr>
        <p:spPr>
          <a:xfrm>
            <a:off x="2875741" y="4759699"/>
            <a:ext cx="262990" cy="262976"/>
          </a:xfrm>
          <a:custGeom>
            <a:avLst/>
            <a:gdLst/>
            <a:ahLst/>
            <a:cxnLst/>
            <a:rect l="l" t="t" r="r" b="b"/>
            <a:pathLst>
              <a:path w="1837" h="1837" fill="none" extrusionOk="0">
                <a:moveTo>
                  <a:pt x="128" y="1232"/>
                </a:moveTo>
                <a:lnTo>
                  <a:pt x="605" y="1232"/>
                </a:lnTo>
                <a:lnTo>
                  <a:pt x="605" y="1709"/>
                </a:lnTo>
                <a:cubicBezTo>
                  <a:pt x="605" y="1778"/>
                  <a:pt x="661" y="1836"/>
                  <a:pt x="733" y="1836"/>
                </a:cubicBezTo>
                <a:lnTo>
                  <a:pt x="1105" y="1836"/>
                </a:lnTo>
                <a:cubicBezTo>
                  <a:pt x="1174" y="1836"/>
                  <a:pt x="1232" y="1781"/>
                  <a:pt x="1232" y="1709"/>
                </a:cubicBezTo>
                <a:lnTo>
                  <a:pt x="1232" y="1232"/>
                </a:lnTo>
                <a:lnTo>
                  <a:pt x="1709" y="1232"/>
                </a:lnTo>
                <a:cubicBezTo>
                  <a:pt x="1779" y="1232"/>
                  <a:pt x="1836" y="1175"/>
                  <a:pt x="1836" y="1105"/>
                </a:cubicBezTo>
                <a:lnTo>
                  <a:pt x="1836" y="732"/>
                </a:lnTo>
                <a:cubicBezTo>
                  <a:pt x="1836" y="662"/>
                  <a:pt x="1781" y="605"/>
                  <a:pt x="1709" y="605"/>
                </a:cubicBezTo>
                <a:lnTo>
                  <a:pt x="1232" y="605"/>
                </a:lnTo>
                <a:lnTo>
                  <a:pt x="1232" y="127"/>
                </a:lnTo>
                <a:cubicBezTo>
                  <a:pt x="1232" y="57"/>
                  <a:pt x="1176" y="1"/>
                  <a:pt x="1105" y="1"/>
                </a:cubicBezTo>
                <a:lnTo>
                  <a:pt x="733" y="1"/>
                </a:lnTo>
                <a:cubicBezTo>
                  <a:pt x="663" y="1"/>
                  <a:pt x="605" y="56"/>
                  <a:pt x="605" y="127"/>
                </a:cubicBezTo>
                <a:lnTo>
                  <a:pt x="605" y="605"/>
                </a:lnTo>
                <a:lnTo>
                  <a:pt x="128" y="605"/>
                </a:lnTo>
                <a:cubicBezTo>
                  <a:pt x="59" y="605"/>
                  <a:pt x="1" y="661"/>
                  <a:pt x="1" y="732"/>
                </a:cubicBezTo>
                <a:lnTo>
                  <a:pt x="1" y="1105"/>
                </a:lnTo>
                <a:cubicBezTo>
                  <a:pt x="1" y="1174"/>
                  <a:pt x="59" y="1232"/>
                  <a:pt x="128" y="1232"/>
                </a:cubicBezTo>
                <a:close/>
              </a:path>
            </a:pathLst>
          </a:custGeom>
          <a:noFill/>
          <a:ln w="675" cap="flat" cmpd="sng">
            <a:solidFill>
              <a:srgbClr val="C4CBF7"/>
            </a:solidFill>
            <a:prstDash val="solid"/>
            <a:miter lim="1069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05574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5">
          <a:extLst>
            <a:ext uri="{FF2B5EF4-FFF2-40B4-BE49-F238E27FC236}">
              <a16:creationId xmlns:a16="http://schemas.microsoft.com/office/drawing/2014/main" id="{55256423-E0A7-C4C0-B3FD-5F9F63FCA8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6" name="Google Shape;1036;p33">
            <a:extLst>
              <a:ext uri="{FF2B5EF4-FFF2-40B4-BE49-F238E27FC236}">
                <a16:creationId xmlns:a16="http://schemas.microsoft.com/office/drawing/2014/main" id="{36466BD7-575E-C066-C366-E5F6D8661DA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0031" y="0"/>
            <a:ext cx="7696200" cy="123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-US" sz="3600" b="1" dirty="0"/>
              <a:t>Abstract</a:t>
            </a:r>
            <a:r>
              <a:rPr lang="ar-EG" sz="3600" b="1" dirty="0"/>
              <a:t>:</a:t>
            </a:r>
            <a:endParaRPr lang="en-US" sz="3600" dirty="0"/>
          </a:p>
        </p:txBody>
      </p:sp>
      <p:sp>
        <p:nvSpPr>
          <p:cNvPr id="1037" name="Google Shape;1037;p33">
            <a:extLst>
              <a:ext uri="{FF2B5EF4-FFF2-40B4-BE49-F238E27FC236}">
                <a16:creationId xmlns:a16="http://schemas.microsoft.com/office/drawing/2014/main" id="{E4BF1B36-2B06-9159-3F3B-2F2487D11A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52400" y="742950"/>
            <a:ext cx="8631463" cy="214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indent="-457200"/>
            <a:r>
              <a:rPr lang="en-US" sz="2800" dirty="0"/>
              <a:t>Abstracts include information:</a:t>
            </a:r>
            <a:endParaRPr lang="ar-EG" sz="2800" dirty="0"/>
          </a:p>
          <a:p>
            <a:pPr indent="-457200"/>
            <a:endParaRPr lang="en-US" sz="2800" dirty="0"/>
          </a:p>
          <a:p>
            <a:pPr indent="-457200"/>
            <a:r>
              <a:rPr lang="en-US" sz="2800" dirty="0"/>
              <a:t>the article objective, methods, results, and conclusions. usually contain ≤500 words. </a:t>
            </a:r>
          </a:p>
          <a:p>
            <a:pPr marL="0" indent="0">
              <a:buNone/>
            </a:pPr>
            <a:endParaRPr lang="en-US" sz="2800" dirty="0"/>
          </a:p>
          <a:p>
            <a:pPr indent="-457200"/>
            <a:r>
              <a:rPr lang="en-US" sz="2800" dirty="0"/>
              <a:t> Types of abstracts:</a:t>
            </a:r>
          </a:p>
          <a:p>
            <a:pPr lvl="1" indent="-457200"/>
            <a:r>
              <a:rPr lang="en-US" sz="2600" dirty="0"/>
              <a:t> a. structured</a:t>
            </a:r>
          </a:p>
          <a:p>
            <a:pPr lvl="1" indent="-457200"/>
            <a:r>
              <a:rPr lang="en-US" sz="2600" dirty="0"/>
              <a:t> b. non-structured</a:t>
            </a:r>
            <a:endParaRPr sz="800" b="1" u="sng" dirty="0">
              <a:solidFill>
                <a:schemeClr val="accent1"/>
              </a:solidFill>
            </a:endParaRPr>
          </a:p>
        </p:txBody>
      </p:sp>
      <p:sp>
        <p:nvSpPr>
          <p:cNvPr id="1038" name="Google Shape;1038;p33">
            <a:extLst>
              <a:ext uri="{FF2B5EF4-FFF2-40B4-BE49-F238E27FC236}">
                <a16:creationId xmlns:a16="http://schemas.microsoft.com/office/drawing/2014/main" id="{FC0879F4-BB37-5227-81BA-6A9C0591961C}"/>
              </a:ext>
            </a:extLst>
          </p:cNvPr>
          <p:cNvSpPr/>
          <p:nvPr/>
        </p:nvSpPr>
        <p:spPr>
          <a:xfrm>
            <a:off x="2875741" y="4759699"/>
            <a:ext cx="262990" cy="262976"/>
          </a:xfrm>
          <a:custGeom>
            <a:avLst/>
            <a:gdLst/>
            <a:ahLst/>
            <a:cxnLst/>
            <a:rect l="l" t="t" r="r" b="b"/>
            <a:pathLst>
              <a:path w="1837" h="1837" fill="none" extrusionOk="0">
                <a:moveTo>
                  <a:pt x="128" y="1232"/>
                </a:moveTo>
                <a:lnTo>
                  <a:pt x="605" y="1232"/>
                </a:lnTo>
                <a:lnTo>
                  <a:pt x="605" y="1709"/>
                </a:lnTo>
                <a:cubicBezTo>
                  <a:pt x="605" y="1778"/>
                  <a:pt x="661" y="1836"/>
                  <a:pt x="733" y="1836"/>
                </a:cubicBezTo>
                <a:lnTo>
                  <a:pt x="1105" y="1836"/>
                </a:lnTo>
                <a:cubicBezTo>
                  <a:pt x="1174" y="1836"/>
                  <a:pt x="1232" y="1781"/>
                  <a:pt x="1232" y="1709"/>
                </a:cubicBezTo>
                <a:lnTo>
                  <a:pt x="1232" y="1232"/>
                </a:lnTo>
                <a:lnTo>
                  <a:pt x="1709" y="1232"/>
                </a:lnTo>
                <a:cubicBezTo>
                  <a:pt x="1779" y="1232"/>
                  <a:pt x="1836" y="1175"/>
                  <a:pt x="1836" y="1105"/>
                </a:cubicBezTo>
                <a:lnTo>
                  <a:pt x="1836" y="732"/>
                </a:lnTo>
                <a:cubicBezTo>
                  <a:pt x="1836" y="662"/>
                  <a:pt x="1781" y="605"/>
                  <a:pt x="1709" y="605"/>
                </a:cubicBezTo>
                <a:lnTo>
                  <a:pt x="1232" y="605"/>
                </a:lnTo>
                <a:lnTo>
                  <a:pt x="1232" y="127"/>
                </a:lnTo>
                <a:cubicBezTo>
                  <a:pt x="1232" y="57"/>
                  <a:pt x="1176" y="1"/>
                  <a:pt x="1105" y="1"/>
                </a:cubicBezTo>
                <a:lnTo>
                  <a:pt x="733" y="1"/>
                </a:lnTo>
                <a:cubicBezTo>
                  <a:pt x="663" y="1"/>
                  <a:pt x="605" y="56"/>
                  <a:pt x="605" y="127"/>
                </a:cubicBezTo>
                <a:lnTo>
                  <a:pt x="605" y="605"/>
                </a:lnTo>
                <a:lnTo>
                  <a:pt x="128" y="605"/>
                </a:lnTo>
                <a:cubicBezTo>
                  <a:pt x="59" y="605"/>
                  <a:pt x="1" y="661"/>
                  <a:pt x="1" y="732"/>
                </a:cubicBezTo>
                <a:lnTo>
                  <a:pt x="1" y="1105"/>
                </a:lnTo>
                <a:cubicBezTo>
                  <a:pt x="1" y="1174"/>
                  <a:pt x="59" y="1232"/>
                  <a:pt x="128" y="1232"/>
                </a:cubicBezTo>
                <a:close/>
              </a:path>
            </a:pathLst>
          </a:custGeom>
          <a:noFill/>
          <a:ln w="675" cap="flat" cmpd="sng">
            <a:solidFill>
              <a:srgbClr val="C4CBF7"/>
            </a:solidFill>
            <a:prstDash val="solid"/>
            <a:miter lim="1069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75243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5">
          <a:extLst>
            <a:ext uri="{FF2B5EF4-FFF2-40B4-BE49-F238E27FC236}">
              <a16:creationId xmlns:a16="http://schemas.microsoft.com/office/drawing/2014/main" id="{85259BC2-4279-090C-3C7A-472782EF87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6" name="Google Shape;1036;p33">
            <a:extLst>
              <a:ext uri="{FF2B5EF4-FFF2-40B4-BE49-F238E27FC236}">
                <a16:creationId xmlns:a16="http://schemas.microsoft.com/office/drawing/2014/main" id="{C349C237-D567-3065-F05B-1C991987F79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0031" y="0"/>
            <a:ext cx="7696200" cy="123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-US" sz="3600" b="1" dirty="0"/>
              <a:t>Abstract:</a:t>
            </a:r>
            <a:endParaRPr lang="en-US" sz="3600" dirty="0"/>
          </a:p>
        </p:txBody>
      </p:sp>
      <p:sp>
        <p:nvSpPr>
          <p:cNvPr id="1037" name="Google Shape;1037;p33">
            <a:extLst>
              <a:ext uri="{FF2B5EF4-FFF2-40B4-BE49-F238E27FC236}">
                <a16:creationId xmlns:a16="http://schemas.microsoft.com/office/drawing/2014/main" id="{06BA9689-A623-D2D4-B49A-4AB8794AD8D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52400" y="742950"/>
            <a:ext cx="8631463" cy="214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indent="-457200"/>
            <a:r>
              <a:rPr lang="en-US" sz="2800" dirty="0"/>
              <a:t>Advantages of Structured abstracts :</a:t>
            </a:r>
          </a:p>
          <a:p>
            <a:pPr marL="0" indent="0">
              <a:buNone/>
            </a:pPr>
            <a:endParaRPr lang="en-US" sz="2800" dirty="0"/>
          </a:p>
          <a:p>
            <a:pPr lvl="1" indent="-457200"/>
            <a:r>
              <a:rPr lang="en-US" sz="2600" dirty="0"/>
              <a:t>more informative </a:t>
            </a:r>
          </a:p>
          <a:p>
            <a:pPr lvl="1" indent="-457200"/>
            <a:r>
              <a:rPr lang="en-US" sz="2600" dirty="0"/>
              <a:t>easier to read </a:t>
            </a:r>
          </a:p>
          <a:p>
            <a:pPr lvl="1" indent="-457200"/>
            <a:r>
              <a:rPr lang="en-US" sz="2600" dirty="0"/>
              <a:t>generally preferred by readers.</a:t>
            </a:r>
            <a:endParaRPr sz="800" b="1" u="sng" dirty="0">
              <a:solidFill>
                <a:schemeClr val="accent1"/>
              </a:solidFill>
            </a:endParaRPr>
          </a:p>
        </p:txBody>
      </p:sp>
      <p:sp>
        <p:nvSpPr>
          <p:cNvPr id="1038" name="Google Shape;1038;p33">
            <a:extLst>
              <a:ext uri="{FF2B5EF4-FFF2-40B4-BE49-F238E27FC236}">
                <a16:creationId xmlns:a16="http://schemas.microsoft.com/office/drawing/2014/main" id="{E6D2D0B9-D32F-F1DB-476B-F26E41E6311E}"/>
              </a:ext>
            </a:extLst>
          </p:cNvPr>
          <p:cNvSpPr/>
          <p:nvPr/>
        </p:nvSpPr>
        <p:spPr>
          <a:xfrm>
            <a:off x="2875741" y="4759699"/>
            <a:ext cx="262990" cy="262976"/>
          </a:xfrm>
          <a:custGeom>
            <a:avLst/>
            <a:gdLst/>
            <a:ahLst/>
            <a:cxnLst/>
            <a:rect l="l" t="t" r="r" b="b"/>
            <a:pathLst>
              <a:path w="1837" h="1837" fill="none" extrusionOk="0">
                <a:moveTo>
                  <a:pt x="128" y="1232"/>
                </a:moveTo>
                <a:lnTo>
                  <a:pt x="605" y="1232"/>
                </a:lnTo>
                <a:lnTo>
                  <a:pt x="605" y="1709"/>
                </a:lnTo>
                <a:cubicBezTo>
                  <a:pt x="605" y="1778"/>
                  <a:pt x="661" y="1836"/>
                  <a:pt x="733" y="1836"/>
                </a:cubicBezTo>
                <a:lnTo>
                  <a:pt x="1105" y="1836"/>
                </a:lnTo>
                <a:cubicBezTo>
                  <a:pt x="1174" y="1836"/>
                  <a:pt x="1232" y="1781"/>
                  <a:pt x="1232" y="1709"/>
                </a:cubicBezTo>
                <a:lnTo>
                  <a:pt x="1232" y="1232"/>
                </a:lnTo>
                <a:lnTo>
                  <a:pt x="1709" y="1232"/>
                </a:lnTo>
                <a:cubicBezTo>
                  <a:pt x="1779" y="1232"/>
                  <a:pt x="1836" y="1175"/>
                  <a:pt x="1836" y="1105"/>
                </a:cubicBezTo>
                <a:lnTo>
                  <a:pt x="1836" y="732"/>
                </a:lnTo>
                <a:cubicBezTo>
                  <a:pt x="1836" y="662"/>
                  <a:pt x="1781" y="605"/>
                  <a:pt x="1709" y="605"/>
                </a:cubicBezTo>
                <a:lnTo>
                  <a:pt x="1232" y="605"/>
                </a:lnTo>
                <a:lnTo>
                  <a:pt x="1232" y="127"/>
                </a:lnTo>
                <a:cubicBezTo>
                  <a:pt x="1232" y="57"/>
                  <a:pt x="1176" y="1"/>
                  <a:pt x="1105" y="1"/>
                </a:cubicBezTo>
                <a:lnTo>
                  <a:pt x="733" y="1"/>
                </a:lnTo>
                <a:cubicBezTo>
                  <a:pt x="663" y="1"/>
                  <a:pt x="605" y="56"/>
                  <a:pt x="605" y="127"/>
                </a:cubicBezTo>
                <a:lnTo>
                  <a:pt x="605" y="605"/>
                </a:lnTo>
                <a:lnTo>
                  <a:pt x="128" y="605"/>
                </a:lnTo>
                <a:cubicBezTo>
                  <a:pt x="59" y="605"/>
                  <a:pt x="1" y="661"/>
                  <a:pt x="1" y="732"/>
                </a:cubicBezTo>
                <a:lnTo>
                  <a:pt x="1" y="1105"/>
                </a:lnTo>
                <a:cubicBezTo>
                  <a:pt x="1" y="1174"/>
                  <a:pt x="59" y="1232"/>
                  <a:pt x="128" y="1232"/>
                </a:cubicBezTo>
                <a:close/>
              </a:path>
            </a:pathLst>
          </a:custGeom>
          <a:noFill/>
          <a:ln w="675" cap="flat" cmpd="sng">
            <a:solidFill>
              <a:srgbClr val="C4CBF7"/>
            </a:solidFill>
            <a:prstDash val="solid"/>
            <a:miter lim="1069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453025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5">
          <a:extLst>
            <a:ext uri="{FF2B5EF4-FFF2-40B4-BE49-F238E27FC236}">
              <a16:creationId xmlns:a16="http://schemas.microsoft.com/office/drawing/2014/main" id="{74B99C71-3143-8E98-DCA9-71BEB3ABC4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6" name="Google Shape;1036;p33">
            <a:extLst>
              <a:ext uri="{FF2B5EF4-FFF2-40B4-BE49-F238E27FC236}">
                <a16:creationId xmlns:a16="http://schemas.microsoft.com/office/drawing/2014/main" id="{BA1FBCF8-89B8-8096-981A-6EC650FB2FB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0031" y="0"/>
            <a:ext cx="7696200" cy="123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-US" sz="3600" b="1" dirty="0"/>
              <a:t>Introduction</a:t>
            </a:r>
          </a:p>
        </p:txBody>
      </p:sp>
      <p:sp>
        <p:nvSpPr>
          <p:cNvPr id="1037" name="Google Shape;1037;p33">
            <a:extLst>
              <a:ext uri="{FF2B5EF4-FFF2-40B4-BE49-F238E27FC236}">
                <a16:creationId xmlns:a16="http://schemas.microsoft.com/office/drawing/2014/main" id="{09D7B2F5-1D0A-A499-38C4-E8805B8C0AC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56268" y="971550"/>
            <a:ext cx="8631463" cy="214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indent="-457200"/>
            <a:r>
              <a:rPr lang="en-US" sz="2800" dirty="0"/>
              <a:t> should be discussing the study rationale</a:t>
            </a:r>
          </a:p>
          <a:p>
            <a:pPr marL="0" indent="0">
              <a:buNone/>
            </a:pPr>
            <a:endParaRPr lang="en-US" sz="2800" dirty="0"/>
          </a:p>
          <a:p>
            <a:pPr indent="-457200"/>
            <a:r>
              <a:rPr lang="en-US" sz="2800" dirty="0"/>
              <a:t> clearly stated research purpose </a:t>
            </a:r>
          </a:p>
          <a:p>
            <a:pPr marL="0" indent="0">
              <a:buNone/>
            </a:pPr>
            <a:endParaRPr lang="en-US" sz="2800" dirty="0"/>
          </a:p>
          <a:p>
            <a:pPr indent="-457200"/>
            <a:r>
              <a:rPr lang="en-US" sz="2800" dirty="0"/>
              <a:t> should explain how the clinical trial will overcome the shortcomings of the prior research</a:t>
            </a:r>
            <a:endParaRPr sz="1000" b="1" u="sng" dirty="0">
              <a:solidFill>
                <a:schemeClr val="accent1"/>
              </a:solidFill>
            </a:endParaRPr>
          </a:p>
        </p:txBody>
      </p:sp>
      <p:sp>
        <p:nvSpPr>
          <p:cNvPr id="1038" name="Google Shape;1038;p33">
            <a:extLst>
              <a:ext uri="{FF2B5EF4-FFF2-40B4-BE49-F238E27FC236}">
                <a16:creationId xmlns:a16="http://schemas.microsoft.com/office/drawing/2014/main" id="{EDB3B8EE-9B5A-CE50-9485-E21DB357450D}"/>
              </a:ext>
            </a:extLst>
          </p:cNvPr>
          <p:cNvSpPr/>
          <p:nvPr/>
        </p:nvSpPr>
        <p:spPr>
          <a:xfrm>
            <a:off x="2875741" y="4759699"/>
            <a:ext cx="262990" cy="262976"/>
          </a:xfrm>
          <a:custGeom>
            <a:avLst/>
            <a:gdLst/>
            <a:ahLst/>
            <a:cxnLst/>
            <a:rect l="l" t="t" r="r" b="b"/>
            <a:pathLst>
              <a:path w="1837" h="1837" fill="none" extrusionOk="0">
                <a:moveTo>
                  <a:pt x="128" y="1232"/>
                </a:moveTo>
                <a:lnTo>
                  <a:pt x="605" y="1232"/>
                </a:lnTo>
                <a:lnTo>
                  <a:pt x="605" y="1709"/>
                </a:lnTo>
                <a:cubicBezTo>
                  <a:pt x="605" y="1778"/>
                  <a:pt x="661" y="1836"/>
                  <a:pt x="733" y="1836"/>
                </a:cubicBezTo>
                <a:lnTo>
                  <a:pt x="1105" y="1836"/>
                </a:lnTo>
                <a:cubicBezTo>
                  <a:pt x="1174" y="1836"/>
                  <a:pt x="1232" y="1781"/>
                  <a:pt x="1232" y="1709"/>
                </a:cubicBezTo>
                <a:lnTo>
                  <a:pt x="1232" y="1232"/>
                </a:lnTo>
                <a:lnTo>
                  <a:pt x="1709" y="1232"/>
                </a:lnTo>
                <a:cubicBezTo>
                  <a:pt x="1779" y="1232"/>
                  <a:pt x="1836" y="1175"/>
                  <a:pt x="1836" y="1105"/>
                </a:cubicBezTo>
                <a:lnTo>
                  <a:pt x="1836" y="732"/>
                </a:lnTo>
                <a:cubicBezTo>
                  <a:pt x="1836" y="662"/>
                  <a:pt x="1781" y="605"/>
                  <a:pt x="1709" y="605"/>
                </a:cubicBezTo>
                <a:lnTo>
                  <a:pt x="1232" y="605"/>
                </a:lnTo>
                <a:lnTo>
                  <a:pt x="1232" y="127"/>
                </a:lnTo>
                <a:cubicBezTo>
                  <a:pt x="1232" y="57"/>
                  <a:pt x="1176" y="1"/>
                  <a:pt x="1105" y="1"/>
                </a:cubicBezTo>
                <a:lnTo>
                  <a:pt x="733" y="1"/>
                </a:lnTo>
                <a:cubicBezTo>
                  <a:pt x="663" y="1"/>
                  <a:pt x="605" y="56"/>
                  <a:pt x="605" y="127"/>
                </a:cubicBezTo>
                <a:lnTo>
                  <a:pt x="605" y="605"/>
                </a:lnTo>
                <a:lnTo>
                  <a:pt x="128" y="605"/>
                </a:lnTo>
                <a:cubicBezTo>
                  <a:pt x="59" y="605"/>
                  <a:pt x="1" y="661"/>
                  <a:pt x="1" y="732"/>
                </a:cubicBezTo>
                <a:lnTo>
                  <a:pt x="1" y="1105"/>
                </a:lnTo>
                <a:cubicBezTo>
                  <a:pt x="1" y="1174"/>
                  <a:pt x="59" y="1232"/>
                  <a:pt x="128" y="1232"/>
                </a:cubicBezTo>
                <a:close/>
              </a:path>
            </a:pathLst>
          </a:custGeom>
          <a:noFill/>
          <a:ln w="675" cap="flat" cmpd="sng">
            <a:solidFill>
              <a:srgbClr val="C4CBF7"/>
            </a:solidFill>
            <a:prstDash val="solid"/>
            <a:miter lim="1069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6994983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5">
          <a:extLst>
            <a:ext uri="{FF2B5EF4-FFF2-40B4-BE49-F238E27FC236}">
              <a16:creationId xmlns:a16="http://schemas.microsoft.com/office/drawing/2014/main" id="{FAE4C873-3EED-02C8-A76A-08A5E39AD7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6" name="Google Shape;1036;p33">
            <a:extLst>
              <a:ext uri="{FF2B5EF4-FFF2-40B4-BE49-F238E27FC236}">
                <a16:creationId xmlns:a16="http://schemas.microsoft.com/office/drawing/2014/main" id="{2244390E-FE2A-83B2-A4FF-0C66B18C43B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0031" y="0"/>
            <a:ext cx="7696200" cy="123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-US" sz="3600" b="1" dirty="0"/>
              <a:t>Methods</a:t>
            </a:r>
            <a:endParaRPr lang="en-US" sz="3600" dirty="0"/>
          </a:p>
        </p:txBody>
      </p:sp>
      <p:sp>
        <p:nvSpPr>
          <p:cNvPr id="1037" name="Google Shape;1037;p33">
            <a:extLst>
              <a:ext uri="{FF2B5EF4-FFF2-40B4-BE49-F238E27FC236}">
                <a16:creationId xmlns:a16="http://schemas.microsoft.com/office/drawing/2014/main" id="{2B4EE71E-D31C-B8BE-C57C-3115807CEB7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52400" y="742950"/>
            <a:ext cx="8631463" cy="214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indent="-457200"/>
            <a:r>
              <a:rPr lang="en-US" sz="2800" dirty="0"/>
              <a:t> Methods should include:</a:t>
            </a:r>
          </a:p>
          <a:p>
            <a:pPr marL="457200" lvl="1" indent="0">
              <a:buNone/>
            </a:pPr>
            <a:endParaRPr lang="en-US" sz="2600" dirty="0"/>
          </a:p>
          <a:p>
            <a:pPr lvl="1" indent="-457200"/>
            <a:r>
              <a:rPr lang="en-US" sz="2600" dirty="0"/>
              <a:t>The type of subjects enrolled</a:t>
            </a:r>
          </a:p>
          <a:p>
            <a:pPr lvl="1" indent="-457200"/>
            <a:r>
              <a:rPr lang="en-US" sz="2600" dirty="0"/>
              <a:t>The comparative therapy description</a:t>
            </a:r>
          </a:p>
          <a:p>
            <a:pPr lvl="1" indent="-457200"/>
            <a:r>
              <a:rPr lang="en-US" sz="2600" dirty="0"/>
              <a:t>Outcome measures </a:t>
            </a:r>
          </a:p>
          <a:p>
            <a:pPr lvl="1" indent="-457200"/>
            <a:r>
              <a:rPr lang="en-US" sz="2600" dirty="0"/>
              <a:t>Statistics.</a:t>
            </a:r>
            <a:endParaRPr sz="800" b="1" u="sng" dirty="0">
              <a:solidFill>
                <a:schemeClr val="accent1"/>
              </a:solidFill>
            </a:endParaRPr>
          </a:p>
        </p:txBody>
      </p:sp>
      <p:sp>
        <p:nvSpPr>
          <p:cNvPr id="1038" name="Google Shape;1038;p33">
            <a:extLst>
              <a:ext uri="{FF2B5EF4-FFF2-40B4-BE49-F238E27FC236}">
                <a16:creationId xmlns:a16="http://schemas.microsoft.com/office/drawing/2014/main" id="{6E4FE073-AA71-C84D-E8F3-E758A28489D8}"/>
              </a:ext>
            </a:extLst>
          </p:cNvPr>
          <p:cNvSpPr/>
          <p:nvPr/>
        </p:nvSpPr>
        <p:spPr>
          <a:xfrm>
            <a:off x="2875741" y="4759699"/>
            <a:ext cx="262990" cy="262976"/>
          </a:xfrm>
          <a:custGeom>
            <a:avLst/>
            <a:gdLst/>
            <a:ahLst/>
            <a:cxnLst/>
            <a:rect l="l" t="t" r="r" b="b"/>
            <a:pathLst>
              <a:path w="1837" h="1837" fill="none" extrusionOk="0">
                <a:moveTo>
                  <a:pt x="128" y="1232"/>
                </a:moveTo>
                <a:lnTo>
                  <a:pt x="605" y="1232"/>
                </a:lnTo>
                <a:lnTo>
                  <a:pt x="605" y="1709"/>
                </a:lnTo>
                <a:cubicBezTo>
                  <a:pt x="605" y="1778"/>
                  <a:pt x="661" y="1836"/>
                  <a:pt x="733" y="1836"/>
                </a:cubicBezTo>
                <a:lnTo>
                  <a:pt x="1105" y="1836"/>
                </a:lnTo>
                <a:cubicBezTo>
                  <a:pt x="1174" y="1836"/>
                  <a:pt x="1232" y="1781"/>
                  <a:pt x="1232" y="1709"/>
                </a:cubicBezTo>
                <a:lnTo>
                  <a:pt x="1232" y="1232"/>
                </a:lnTo>
                <a:lnTo>
                  <a:pt x="1709" y="1232"/>
                </a:lnTo>
                <a:cubicBezTo>
                  <a:pt x="1779" y="1232"/>
                  <a:pt x="1836" y="1175"/>
                  <a:pt x="1836" y="1105"/>
                </a:cubicBezTo>
                <a:lnTo>
                  <a:pt x="1836" y="732"/>
                </a:lnTo>
                <a:cubicBezTo>
                  <a:pt x="1836" y="662"/>
                  <a:pt x="1781" y="605"/>
                  <a:pt x="1709" y="605"/>
                </a:cubicBezTo>
                <a:lnTo>
                  <a:pt x="1232" y="605"/>
                </a:lnTo>
                <a:lnTo>
                  <a:pt x="1232" y="127"/>
                </a:lnTo>
                <a:cubicBezTo>
                  <a:pt x="1232" y="57"/>
                  <a:pt x="1176" y="1"/>
                  <a:pt x="1105" y="1"/>
                </a:cubicBezTo>
                <a:lnTo>
                  <a:pt x="733" y="1"/>
                </a:lnTo>
                <a:cubicBezTo>
                  <a:pt x="663" y="1"/>
                  <a:pt x="605" y="56"/>
                  <a:pt x="605" y="127"/>
                </a:cubicBezTo>
                <a:lnTo>
                  <a:pt x="605" y="605"/>
                </a:lnTo>
                <a:lnTo>
                  <a:pt x="128" y="605"/>
                </a:lnTo>
                <a:cubicBezTo>
                  <a:pt x="59" y="605"/>
                  <a:pt x="1" y="661"/>
                  <a:pt x="1" y="732"/>
                </a:cubicBezTo>
                <a:lnTo>
                  <a:pt x="1" y="1105"/>
                </a:lnTo>
                <a:cubicBezTo>
                  <a:pt x="1" y="1174"/>
                  <a:pt x="59" y="1232"/>
                  <a:pt x="128" y="1232"/>
                </a:cubicBezTo>
                <a:close/>
              </a:path>
            </a:pathLst>
          </a:custGeom>
          <a:noFill/>
          <a:ln w="675" cap="flat" cmpd="sng">
            <a:solidFill>
              <a:srgbClr val="C4CBF7"/>
            </a:solidFill>
            <a:prstDash val="solid"/>
            <a:miter lim="1069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373098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5">
          <a:extLst>
            <a:ext uri="{FF2B5EF4-FFF2-40B4-BE49-F238E27FC236}">
              <a16:creationId xmlns:a16="http://schemas.microsoft.com/office/drawing/2014/main" id="{621F0C6C-E776-B20F-2D40-E8D5556B17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8" name="Google Shape;1038;p33">
            <a:extLst>
              <a:ext uri="{FF2B5EF4-FFF2-40B4-BE49-F238E27FC236}">
                <a16:creationId xmlns:a16="http://schemas.microsoft.com/office/drawing/2014/main" id="{5DC96356-F9B7-E685-7092-F2EBA0BB2B37}"/>
              </a:ext>
            </a:extLst>
          </p:cNvPr>
          <p:cNvSpPr/>
          <p:nvPr/>
        </p:nvSpPr>
        <p:spPr>
          <a:xfrm>
            <a:off x="2875741" y="4759699"/>
            <a:ext cx="262990" cy="262976"/>
          </a:xfrm>
          <a:custGeom>
            <a:avLst/>
            <a:gdLst/>
            <a:ahLst/>
            <a:cxnLst/>
            <a:rect l="l" t="t" r="r" b="b"/>
            <a:pathLst>
              <a:path w="1837" h="1837" fill="none" extrusionOk="0">
                <a:moveTo>
                  <a:pt x="128" y="1232"/>
                </a:moveTo>
                <a:lnTo>
                  <a:pt x="605" y="1232"/>
                </a:lnTo>
                <a:lnTo>
                  <a:pt x="605" y="1709"/>
                </a:lnTo>
                <a:cubicBezTo>
                  <a:pt x="605" y="1778"/>
                  <a:pt x="661" y="1836"/>
                  <a:pt x="733" y="1836"/>
                </a:cubicBezTo>
                <a:lnTo>
                  <a:pt x="1105" y="1836"/>
                </a:lnTo>
                <a:cubicBezTo>
                  <a:pt x="1174" y="1836"/>
                  <a:pt x="1232" y="1781"/>
                  <a:pt x="1232" y="1709"/>
                </a:cubicBezTo>
                <a:lnTo>
                  <a:pt x="1232" y="1232"/>
                </a:lnTo>
                <a:lnTo>
                  <a:pt x="1709" y="1232"/>
                </a:lnTo>
                <a:cubicBezTo>
                  <a:pt x="1779" y="1232"/>
                  <a:pt x="1836" y="1175"/>
                  <a:pt x="1836" y="1105"/>
                </a:cubicBezTo>
                <a:lnTo>
                  <a:pt x="1836" y="732"/>
                </a:lnTo>
                <a:cubicBezTo>
                  <a:pt x="1836" y="662"/>
                  <a:pt x="1781" y="605"/>
                  <a:pt x="1709" y="605"/>
                </a:cubicBezTo>
                <a:lnTo>
                  <a:pt x="1232" y="605"/>
                </a:lnTo>
                <a:lnTo>
                  <a:pt x="1232" y="127"/>
                </a:lnTo>
                <a:cubicBezTo>
                  <a:pt x="1232" y="57"/>
                  <a:pt x="1176" y="1"/>
                  <a:pt x="1105" y="1"/>
                </a:cubicBezTo>
                <a:lnTo>
                  <a:pt x="733" y="1"/>
                </a:lnTo>
                <a:cubicBezTo>
                  <a:pt x="663" y="1"/>
                  <a:pt x="605" y="56"/>
                  <a:pt x="605" y="127"/>
                </a:cubicBezTo>
                <a:lnTo>
                  <a:pt x="605" y="605"/>
                </a:lnTo>
                <a:lnTo>
                  <a:pt x="128" y="605"/>
                </a:lnTo>
                <a:cubicBezTo>
                  <a:pt x="59" y="605"/>
                  <a:pt x="1" y="661"/>
                  <a:pt x="1" y="732"/>
                </a:cubicBezTo>
                <a:lnTo>
                  <a:pt x="1" y="1105"/>
                </a:lnTo>
                <a:cubicBezTo>
                  <a:pt x="1" y="1174"/>
                  <a:pt x="59" y="1232"/>
                  <a:pt x="128" y="1232"/>
                </a:cubicBezTo>
                <a:close/>
              </a:path>
            </a:pathLst>
          </a:custGeom>
          <a:noFill/>
          <a:ln w="675" cap="flat" cmpd="sng">
            <a:solidFill>
              <a:srgbClr val="C4CBF7"/>
            </a:solidFill>
            <a:prstDash val="solid"/>
            <a:miter lim="1069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416FFDA-61A3-F995-9D0F-AF00B90D93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637" y="819150"/>
            <a:ext cx="8086725" cy="372427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22638904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5">
          <a:extLst>
            <a:ext uri="{FF2B5EF4-FFF2-40B4-BE49-F238E27FC236}">
              <a16:creationId xmlns:a16="http://schemas.microsoft.com/office/drawing/2014/main" id="{C1FB2D4C-59D4-D0CA-E9A4-FFB98FC654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6" name="Google Shape;1036;p33">
            <a:extLst>
              <a:ext uri="{FF2B5EF4-FFF2-40B4-BE49-F238E27FC236}">
                <a16:creationId xmlns:a16="http://schemas.microsoft.com/office/drawing/2014/main" id="{1143C41A-5A5B-CD9A-A87C-2D2F4080FB3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0031" y="0"/>
            <a:ext cx="7696200" cy="123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-US" sz="3600" b="1" dirty="0"/>
              <a:t>The investigators</a:t>
            </a:r>
          </a:p>
        </p:txBody>
      </p:sp>
      <p:sp>
        <p:nvSpPr>
          <p:cNvPr id="1037" name="Google Shape;1037;p33">
            <a:extLst>
              <a:ext uri="{FF2B5EF4-FFF2-40B4-BE49-F238E27FC236}">
                <a16:creationId xmlns:a16="http://schemas.microsoft.com/office/drawing/2014/main" id="{02162D56-D1EF-751D-AF70-3D2C2EBC513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56268" y="971550"/>
            <a:ext cx="8631463" cy="214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indent="-457200"/>
            <a:r>
              <a:rPr lang="en-US" sz="2400" dirty="0"/>
              <a:t>Need to be properly trained and have active practice experience in the area of study.</a:t>
            </a:r>
          </a:p>
          <a:p>
            <a:pPr marL="0" indent="0">
              <a:buNone/>
            </a:pPr>
            <a:r>
              <a:rPr lang="en-US" sz="2400" dirty="0"/>
              <a:t> </a:t>
            </a:r>
          </a:p>
          <a:p>
            <a:pPr indent="-457200"/>
            <a:r>
              <a:rPr lang="en-US" sz="2400" dirty="0"/>
              <a:t>The site where the clinical trial was conducted (have the resources to properly and completely perform the necessary study methods).</a:t>
            </a:r>
          </a:p>
          <a:p>
            <a:pPr marL="0" indent="0">
              <a:buNone/>
            </a:pPr>
            <a:endParaRPr lang="en-US" sz="2400" dirty="0"/>
          </a:p>
          <a:p>
            <a:pPr indent="-457200"/>
            <a:r>
              <a:rPr lang="en-US" sz="2400" dirty="0"/>
              <a:t>Persons involved with the study need to be ethical and responsible to protect patients enrolled in the study</a:t>
            </a:r>
            <a:endParaRPr sz="900" b="1" u="sng" dirty="0">
              <a:solidFill>
                <a:schemeClr val="accent1"/>
              </a:solidFill>
            </a:endParaRPr>
          </a:p>
        </p:txBody>
      </p:sp>
      <p:sp>
        <p:nvSpPr>
          <p:cNvPr id="1038" name="Google Shape;1038;p33">
            <a:extLst>
              <a:ext uri="{FF2B5EF4-FFF2-40B4-BE49-F238E27FC236}">
                <a16:creationId xmlns:a16="http://schemas.microsoft.com/office/drawing/2014/main" id="{6E5B8044-5D6A-9B33-D2F4-16B0C007BA46}"/>
              </a:ext>
            </a:extLst>
          </p:cNvPr>
          <p:cNvSpPr/>
          <p:nvPr/>
        </p:nvSpPr>
        <p:spPr>
          <a:xfrm>
            <a:off x="2875741" y="4759699"/>
            <a:ext cx="262990" cy="262976"/>
          </a:xfrm>
          <a:custGeom>
            <a:avLst/>
            <a:gdLst/>
            <a:ahLst/>
            <a:cxnLst/>
            <a:rect l="l" t="t" r="r" b="b"/>
            <a:pathLst>
              <a:path w="1837" h="1837" fill="none" extrusionOk="0">
                <a:moveTo>
                  <a:pt x="128" y="1232"/>
                </a:moveTo>
                <a:lnTo>
                  <a:pt x="605" y="1232"/>
                </a:lnTo>
                <a:lnTo>
                  <a:pt x="605" y="1709"/>
                </a:lnTo>
                <a:cubicBezTo>
                  <a:pt x="605" y="1778"/>
                  <a:pt x="661" y="1836"/>
                  <a:pt x="733" y="1836"/>
                </a:cubicBezTo>
                <a:lnTo>
                  <a:pt x="1105" y="1836"/>
                </a:lnTo>
                <a:cubicBezTo>
                  <a:pt x="1174" y="1836"/>
                  <a:pt x="1232" y="1781"/>
                  <a:pt x="1232" y="1709"/>
                </a:cubicBezTo>
                <a:lnTo>
                  <a:pt x="1232" y="1232"/>
                </a:lnTo>
                <a:lnTo>
                  <a:pt x="1709" y="1232"/>
                </a:lnTo>
                <a:cubicBezTo>
                  <a:pt x="1779" y="1232"/>
                  <a:pt x="1836" y="1175"/>
                  <a:pt x="1836" y="1105"/>
                </a:cubicBezTo>
                <a:lnTo>
                  <a:pt x="1836" y="732"/>
                </a:lnTo>
                <a:cubicBezTo>
                  <a:pt x="1836" y="662"/>
                  <a:pt x="1781" y="605"/>
                  <a:pt x="1709" y="605"/>
                </a:cubicBezTo>
                <a:lnTo>
                  <a:pt x="1232" y="605"/>
                </a:lnTo>
                <a:lnTo>
                  <a:pt x="1232" y="127"/>
                </a:lnTo>
                <a:cubicBezTo>
                  <a:pt x="1232" y="57"/>
                  <a:pt x="1176" y="1"/>
                  <a:pt x="1105" y="1"/>
                </a:cubicBezTo>
                <a:lnTo>
                  <a:pt x="733" y="1"/>
                </a:lnTo>
                <a:cubicBezTo>
                  <a:pt x="663" y="1"/>
                  <a:pt x="605" y="56"/>
                  <a:pt x="605" y="127"/>
                </a:cubicBezTo>
                <a:lnTo>
                  <a:pt x="605" y="605"/>
                </a:lnTo>
                <a:lnTo>
                  <a:pt x="128" y="605"/>
                </a:lnTo>
                <a:cubicBezTo>
                  <a:pt x="59" y="605"/>
                  <a:pt x="1" y="661"/>
                  <a:pt x="1" y="732"/>
                </a:cubicBezTo>
                <a:lnTo>
                  <a:pt x="1" y="1105"/>
                </a:lnTo>
                <a:cubicBezTo>
                  <a:pt x="1" y="1174"/>
                  <a:pt x="59" y="1232"/>
                  <a:pt x="128" y="1232"/>
                </a:cubicBezTo>
                <a:close/>
              </a:path>
            </a:pathLst>
          </a:custGeom>
          <a:noFill/>
          <a:ln w="675" cap="flat" cmpd="sng">
            <a:solidFill>
              <a:srgbClr val="C4CBF7"/>
            </a:solidFill>
            <a:prstDash val="solid"/>
            <a:miter lim="1069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21605919"/>
      </p:ext>
    </p:extLst>
  </p:cSld>
  <p:clrMapOvr>
    <a:masterClrMapping/>
  </p:clrMapOvr>
</p:sld>
</file>

<file path=ppt/theme/theme1.xml><?xml version="1.0" encoding="utf-8"?>
<a:theme xmlns:a="http://schemas.openxmlformats.org/drawingml/2006/main" name="Treatment of Hypoglycemia Breakthrough by Slidesgo">
  <a:themeElements>
    <a:clrScheme name="Simple Light">
      <a:dk1>
        <a:srgbClr val="1F6375"/>
      </a:dk1>
      <a:lt1>
        <a:srgbClr val="F3F5FF"/>
      </a:lt1>
      <a:dk2>
        <a:srgbClr val="C4CBF7"/>
      </a:dk2>
      <a:lt2>
        <a:srgbClr val="A49FE9"/>
      </a:lt2>
      <a:accent1>
        <a:srgbClr val="184452"/>
      </a:accent1>
      <a:accent2>
        <a:srgbClr val="4DB49C"/>
      </a:accent2>
      <a:accent3>
        <a:srgbClr val="DF1A50"/>
      </a:accent3>
      <a:accent4>
        <a:srgbClr val="FF6354"/>
      </a:accent4>
      <a:accent5>
        <a:srgbClr val="FDBF42"/>
      </a:accent5>
      <a:accent6>
        <a:srgbClr val="FFFFFF"/>
      </a:accent6>
      <a:hlink>
        <a:srgbClr val="1F6375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313</TotalTime>
  <Words>895</Words>
  <Application>Microsoft Office PowerPoint</Application>
  <PresentationFormat>On-screen Show (16:9)</PresentationFormat>
  <Paragraphs>113</Paragraphs>
  <Slides>23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Montserrat</vt:lpstr>
      <vt:lpstr>Asap Medium</vt:lpstr>
      <vt:lpstr>Arial</vt:lpstr>
      <vt:lpstr>Treatment of Hypoglycemia Breakthrough by Slidesgo</vt:lpstr>
      <vt:lpstr>Drug information</vt:lpstr>
      <vt:lpstr>What is a Protocol ?</vt:lpstr>
      <vt:lpstr>H0 Hypothesis:</vt:lpstr>
      <vt:lpstr>Precision &amp; Power of the study</vt:lpstr>
      <vt:lpstr>PowerPoint Presentation</vt:lpstr>
      <vt:lpstr>Institutional Review Board (IRB) </vt:lpstr>
      <vt:lpstr>What is informed consent?</vt:lpstr>
      <vt:lpstr>Participants must fulfill the following criteria:</vt:lpstr>
      <vt:lpstr>"Essential Elements of Informed Consent:</vt:lpstr>
      <vt:lpstr>Subject dropout and compliance </vt:lpstr>
      <vt:lpstr>PowerPoint Presentation</vt:lpstr>
      <vt:lpstr>Clinical Outcomes</vt:lpstr>
      <vt:lpstr>Types of outcomes </vt:lpstr>
      <vt:lpstr>According to results comparing, can be classified studies  in to:</vt:lpstr>
      <vt:lpstr>Evaluation of prepared RCT</vt:lpstr>
      <vt:lpstr>Title</vt:lpstr>
      <vt:lpstr>Blinding in Clinical Trials</vt:lpstr>
      <vt:lpstr>Abstract:</vt:lpstr>
      <vt:lpstr>Abstract:</vt:lpstr>
      <vt:lpstr>Introduction</vt:lpstr>
      <vt:lpstr>Methods</vt:lpstr>
      <vt:lpstr>PowerPoint Presentation</vt:lpstr>
      <vt:lpstr>The investigators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Drug information</dc:title>
  <cp:lastModifiedBy>اسامه وليد محمد عبد الهادى صبح</cp:lastModifiedBy>
  <cp:revision>14</cp:revision>
  <dcterms:modified xsi:type="dcterms:W3CDTF">2026-04-06T21:14:18Z</dcterms:modified>
</cp:coreProperties>
</file>